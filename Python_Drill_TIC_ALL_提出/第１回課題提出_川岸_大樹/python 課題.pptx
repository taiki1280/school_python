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77" r:id="rId5"/>
    <p:sldId id="278" r:id="rId6"/>
    <p:sldId id="279" r:id="rId7"/>
    <p:sldId id="259" r:id="rId8"/>
    <p:sldId id="280" r:id="rId9"/>
    <p:sldId id="281" r:id="rId10"/>
    <p:sldId id="282" r:id="rId11"/>
    <p:sldId id="283" r:id="rId12"/>
    <p:sldId id="284" r:id="rId13"/>
    <p:sldId id="286" r:id="rId14"/>
    <p:sldId id="285" r:id="rId15"/>
    <p:sldId id="287" r:id="rId16"/>
    <p:sldId id="288" r:id="rId17"/>
    <p:sldId id="289" r:id="rId18"/>
    <p:sldId id="290" r:id="rId19"/>
    <p:sldId id="291" r:id="rId20"/>
    <p:sldId id="292" r:id="rId21"/>
    <p:sldId id="294" r:id="rId22"/>
    <p:sldId id="293" r:id="rId23"/>
  </p:sldIdLst>
  <p:sldSz cx="6858000" cy="9686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1" id="{996F2039-D61C-486C-B7DC-F58598BFE563}">
          <p14:sldIdLst>
            <p14:sldId id="256"/>
            <p14:sldId id="257"/>
            <p14:sldId id="258"/>
          </p14:sldIdLst>
        </p14:section>
        <p14:section name="002" id="{DFB7A2AE-C7CE-4D9A-B9BC-1D491F54BBD3}">
          <p14:sldIdLst>
            <p14:sldId id="277"/>
            <p14:sldId id="278"/>
            <p14:sldId id="279"/>
            <p14:sldId id="259"/>
          </p14:sldIdLst>
        </p14:section>
        <p14:section name="003" id="{5C713D3F-FA09-4368-9FEB-AF1CCE885BFE}">
          <p14:sldIdLst>
            <p14:sldId id="280"/>
            <p14:sldId id="281"/>
            <p14:sldId id="282"/>
          </p14:sldIdLst>
        </p14:section>
        <p14:section name="004" id="{3242EB78-D600-4B1C-9F0D-232AB5BF8B4C}">
          <p14:sldIdLst>
            <p14:sldId id="283"/>
          </p14:sldIdLst>
        </p14:section>
        <p14:section name="005" id="{1AB7882D-6923-481D-A7D5-0B182448318D}">
          <p14:sldIdLst>
            <p14:sldId id="284"/>
            <p14:sldId id="286"/>
          </p14:sldIdLst>
        </p14:section>
        <p14:section name="タイトルなしのセクション" id="{54EF3E4C-1DB8-4718-823B-C733D6B85656}">
          <p14:sldIdLst>
            <p14:sldId id="285"/>
            <p14:sldId id="287"/>
            <p14:sldId id="288"/>
            <p14:sldId id="289"/>
            <p14:sldId id="290"/>
            <p14:sldId id="291"/>
            <p14:sldId id="292"/>
            <p14:sldId id="294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51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116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200" y="844"/>
      </p:cViewPr>
      <p:guideLst>
        <p:guide orient="horz" pos="3051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5338"/>
            <a:ext cx="5829300" cy="337248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87879"/>
            <a:ext cx="5143500" cy="233876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3469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00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15007"/>
            <a:ext cx="5915025" cy="402949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482619"/>
            <a:ext cx="5915025" cy="211901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63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78695"/>
            <a:ext cx="2914650" cy="614626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78695"/>
            <a:ext cx="2914650" cy="614626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025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15741"/>
            <a:ext cx="5915025" cy="187235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4643"/>
            <a:ext cx="2901255" cy="11637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38418"/>
            <a:ext cx="2901255" cy="52044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374643"/>
            <a:ext cx="2915543" cy="11637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538418"/>
            <a:ext cx="2915543" cy="52044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287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7256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349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5795"/>
            <a:ext cx="2211884" cy="226028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94740"/>
            <a:ext cx="3471863" cy="688399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6078"/>
            <a:ext cx="2211884" cy="538386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60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5795"/>
            <a:ext cx="2211884" cy="226028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94740"/>
            <a:ext cx="3471863" cy="688399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6078"/>
            <a:ext cx="2211884" cy="538386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199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029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5739"/>
            <a:ext cx="1478756" cy="82092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5739"/>
            <a:ext cx="4350544" cy="820922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19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15741"/>
            <a:ext cx="5915025" cy="1872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578695"/>
            <a:ext cx="5915025" cy="6146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78347"/>
            <a:ext cx="1543050" cy="515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3186F-AB09-4E96-ABFE-ECA5C7FF4E62}" type="datetimeFigureOut">
              <a:rPr kumimoji="1" lang="ja-JP" altLang="en-US" smtClean="0"/>
              <a:t>2020/1/29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978347"/>
            <a:ext cx="2314575" cy="515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78347"/>
            <a:ext cx="1543050" cy="515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70B25-1BDA-4FA4-B5D6-F616AF65C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92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 descr="スクリーンショット, 抽象 が含まれている画像&#10;&#10;自動的に生成された説明">
            <a:extLst>
              <a:ext uri="{FF2B5EF4-FFF2-40B4-BE49-F238E27FC236}">
                <a16:creationId xmlns:a16="http://schemas.microsoft.com/office/drawing/2014/main" id="{5A1D3599-A81C-4566-9AD3-3F16E9A95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2338A70-B328-4ACD-B996-4474F8A9A920}"/>
              </a:ext>
            </a:extLst>
          </p:cNvPr>
          <p:cNvSpPr/>
          <p:nvPr/>
        </p:nvSpPr>
        <p:spPr>
          <a:xfrm>
            <a:off x="1031419" y="4237434"/>
            <a:ext cx="506034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500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6B6D8E9-9A00-4CC8-A5E5-1E29E06178D1}"/>
              </a:ext>
            </a:extLst>
          </p:cNvPr>
          <p:cNvSpPr/>
          <p:nvPr/>
        </p:nvSpPr>
        <p:spPr>
          <a:xfrm>
            <a:off x="1031419" y="4542368"/>
            <a:ext cx="506034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200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D5B8235-2CA5-41AA-AF9D-9D81F43187A5}"/>
              </a:ext>
            </a:extLst>
          </p:cNvPr>
          <p:cNvSpPr/>
          <p:nvPr/>
        </p:nvSpPr>
        <p:spPr>
          <a:xfrm>
            <a:off x="1031419" y="4847302"/>
            <a:ext cx="506034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400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58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id="{97329D26-6AA0-420B-B788-D3EF466CC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D5E9521-33CC-48F3-9F78-87DCA4017A78}"/>
              </a:ext>
            </a:extLst>
          </p:cNvPr>
          <p:cNvSpPr/>
          <p:nvPr/>
        </p:nvSpPr>
        <p:spPr>
          <a:xfrm>
            <a:off x="1139369" y="302775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int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656481-1379-4F8F-86E6-93FAC5BD6E20}"/>
              </a:ext>
            </a:extLst>
          </p:cNvPr>
          <p:cNvSpPr/>
          <p:nvPr/>
        </p:nvSpPr>
        <p:spPr>
          <a:xfrm>
            <a:off x="1139369" y="3332693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str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C4F9417-3ED6-4CEA-A1D9-CE88F7558EF9}"/>
              </a:ext>
            </a:extLst>
          </p:cNvPr>
          <p:cNvSpPr/>
          <p:nvPr/>
        </p:nvSpPr>
        <p:spPr>
          <a:xfrm>
            <a:off x="1139369" y="3637627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bool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63085FD-CCED-4C6E-8ED1-787DA5341D26}"/>
              </a:ext>
            </a:extLst>
          </p:cNvPr>
          <p:cNvSpPr/>
          <p:nvPr/>
        </p:nvSpPr>
        <p:spPr>
          <a:xfrm>
            <a:off x="1139369" y="394256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NoneType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AAE8FC5-B33D-46BC-9A0A-9E0A00A6E54C}"/>
              </a:ext>
            </a:extLst>
          </p:cNvPr>
          <p:cNvSpPr/>
          <p:nvPr/>
        </p:nvSpPr>
        <p:spPr>
          <a:xfrm>
            <a:off x="1139369" y="4247495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str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FD049EF-C420-4D2B-A0E7-464C32E3B317}"/>
              </a:ext>
            </a:extLst>
          </p:cNvPr>
          <p:cNvSpPr/>
          <p:nvPr/>
        </p:nvSpPr>
        <p:spPr>
          <a:xfrm>
            <a:off x="1139369" y="455242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float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62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id="{EE11C90C-2BC9-4744-B0FB-DBDA535E3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"/>
            <a:ext cx="6858000" cy="968638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9D8CB7A-BF8E-49B1-90EB-B2976294BC3D}"/>
              </a:ext>
            </a:extLst>
          </p:cNvPr>
          <p:cNvSpPr/>
          <p:nvPr/>
        </p:nvSpPr>
        <p:spPr>
          <a:xfrm>
            <a:off x="1137252" y="3502560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3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E2D9F16-E227-415D-92E8-A9203513C8AA}"/>
              </a:ext>
            </a:extLst>
          </p:cNvPr>
          <p:cNvSpPr/>
          <p:nvPr/>
        </p:nvSpPr>
        <p:spPr>
          <a:xfrm>
            <a:off x="1137252" y="3807494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15.0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5D3B6EA-D8CC-41E1-976B-3BEC831B6C9F}"/>
              </a:ext>
            </a:extLst>
          </p:cNvPr>
          <p:cNvSpPr/>
          <p:nvPr/>
        </p:nvSpPr>
        <p:spPr>
          <a:xfrm>
            <a:off x="1137252" y="4112428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21.0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7CA3932-4011-4C5A-AC1D-B6484F645136}"/>
              </a:ext>
            </a:extLst>
          </p:cNvPr>
          <p:cNvSpPr/>
          <p:nvPr/>
        </p:nvSpPr>
        <p:spPr>
          <a:xfrm>
            <a:off x="1137252" y="4417362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28.0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DE96FEF-FFD7-46F8-8DC0-E826BC89E707}"/>
              </a:ext>
            </a:extLst>
          </p:cNvPr>
          <p:cNvSpPr/>
          <p:nvPr/>
        </p:nvSpPr>
        <p:spPr>
          <a:xfrm>
            <a:off x="1137252" y="4722296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-3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368931E-A012-4DF0-BB4C-8961C82FACE0}"/>
              </a:ext>
            </a:extLst>
          </p:cNvPr>
          <p:cNvSpPr/>
          <p:nvPr/>
        </p:nvSpPr>
        <p:spPr>
          <a:xfrm>
            <a:off x="1137252" y="5027230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False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42014D4-2A8B-4276-9735-602DC60F4A68}"/>
              </a:ext>
            </a:extLst>
          </p:cNvPr>
          <p:cNvSpPr/>
          <p:nvPr/>
        </p:nvSpPr>
        <p:spPr>
          <a:xfrm>
            <a:off x="1137252" y="5332164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True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771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id="{8270927E-9250-4EAB-A70B-524ACB00A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"/>
            <a:ext cx="6858000" cy="968638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9D8CB7A-BF8E-49B1-90EB-B2976294BC3D}"/>
              </a:ext>
            </a:extLst>
          </p:cNvPr>
          <p:cNvSpPr/>
          <p:nvPr/>
        </p:nvSpPr>
        <p:spPr>
          <a:xfrm>
            <a:off x="1137887" y="416068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“a”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E2D9F16-E227-415D-92E8-A9203513C8AA}"/>
              </a:ext>
            </a:extLst>
          </p:cNvPr>
          <p:cNvSpPr/>
          <p:nvPr/>
        </p:nvSpPr>
        <p:spPr>
          <a:xfrm>
            <a:off x="1137887" y="4465623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bc</a:t>
            </a:r>
            <a:r>
              <a:rPr kumimoji="1" lang="en-US" altLang="ja-JP" sz="2000" dirty="0">
                <a:solidFill>
                  <a:schemeClr val="tx1"/>
                </a:solidFill>
              </a:rPr>
              <a:t>”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5D3B6EA-D8CC-41E1-976B-3BEC831B6C9F}"/>
              </a:ext>
            </a:extLst>
          </p:cNvPr>
          <p:cNvSpPr/>
          <p:nvPr/>
        </p:nvSpPr>
        <p:spPr>
          <a:xfrm>
            <a:off x="1137887" y="4770557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“d”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7CA3932-4011-4C5A-AC1D-B6484F645136}"/>
              </a:ext>
            </a:extLst>
          </p:cNvPr>
          <p:cNvSpPr/>
          <p:nvPr/>
        </p:nvSpPr>
        <p:spPr>
          <a:xfrm>
            <a:off x="1137887" y="507549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“e”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65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1848E43D-3023-48F1-92A3-5A38F345A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"/>
            <a:ext cx="6858000" cy="968638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9D8CB7A-BF8E-49B1-90EB-B2976294BC3D}"/>
              </a:ext>
            </a:extLst>
          </p:cNvPr>
          <p:cNvSpPr/>
          <p:nvPr/>
        </p:nvSpPr>
        <p:spPr>
          <a:xfrm>
            <a:off x="1137252" y="326548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print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E2D9F16-E227-415D-92E8-A9203513C8AA}"/>
              </a:ext>
            </a:extLst>
          </p:cNvPr>
          <p:cNvSpPr/>
          <p:nvPr/>
        </p:nvSpPr>
        <p:spPr>
          <a:xfrm>
            <a:off x="1137252" y="3570423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sep</a:t>
            </a:r>
            <a:r>
              <a:rPr kumimoji="1" lang="en-US" altLang="ja-JP" sz="2000" dirty="0">
                <a:solidFill>
                  <a:schemeClr val="tx1"/>
                </a:solidFill>
              </a:rPr>
              <a:t>=“|”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5D3B6EA-D8CC-41E1-976B-3BEC831B6C9F}"/>
              </a:ext>
            </a:extLst>
          </p:cNvPr>
          <p:cNvSpPr/>
          <p:nvPr/>
        </p:nvSpPr>
        <p:spPr>
          <a:xfrm>
            <a:off x="1137252" y="3875357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end=“|”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7CA3932-4011-4C5A-AC1D-B6484F645136}"/>
              </a:ext>
            </a:extLst>
          </p:cNvPr>
          <p:cNvSpPr/>
          <p:nvPr/>
        </p:nvSpPr>
        <p:spPr>
          <a:xfrm>
            <a:off x="1137252" y="418029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print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CB0054-7178-4948-82F3-88C0351F1514}"/>
              </a:ext>
            </a:extLst>
          </p:cNvPr>
          <p:cNvSpPr/>
          <p:nvPr/>
        </p:nvSpPr>
        <p:spPr>
          <a:xfrm>
            <a:off x="1137252" y="4485225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sep</a:t>
            </a:r>
            <a:r>
              <a:rPr kumimoji="1" lang="en-US" altLang="ja-JP" sz="2000" dirty="0">
                <a:solidFill>
                  <a:schemeClr val="tx1"/>
                </a:solidFill>
              </a:rPr>
              <a:t>=“,”</a:t>
            </a:r>
          </a:p>
        </p:txBody>
      </p:sp>
    </p:spTree>
    <p:extLst>
      <p:ext uri="{BB962C8B-B14F-4D97-AF65-F5344CB8AC3E}">
        <p14:creationId xmlns:p14="http://schemas.microsoft.com/office/powerpoint/2010/main" val="2338074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332CFF72-5E49-4528-BC91-04DFCAA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"/>
            <a:ext cx="6858000" cy="968638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9D8CB7A-BF8E-49B1-90EB-B2976294BC3D}"/>
              </a:ext>
            </a:extLst>
          </p:cNvPr>
          <p:cNvSpPr/>
          <p:nvPr/>
        </p:nvSpPr>
        <p:spPr>
          <a:xfrm>
            <a:off x="1268442" y="6832670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ja-JP" altLang="en-US" sz="2000" dirty="0">
                <a:solidFill>
                  <a:schemeClr val="tx1"/>
                </a:solidFill>
              </a:rPr>
              <a:t>底辺</a:t>
            </a:r>
            <a:r>
              <a:rPr kumimoji="1" lang="en-US" altLang="ja-JP" sz="2000" dirty="0">
                <a:solidFill>
                  <a:schemeClr val="tx1"/>
                </a:solidFill>
              </a:rPr>
              <a:t>=”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E2D9F16-E227-415D-92E8-A9203513C8AA}"/>
              </a:ext>
            </a:extLst>
          </p:cNvPr>
          <p:cNvSpPr/>
          <p:nvPr/>
        </p:nvSpPr>
        <p:spPr>
          <a:xfrm>
            <a:off x="1268442" y="7137604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base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5D3B6EA-D8CC-41E1-976B-3BEC831B6C9F}"/>
              </a:ext>
            </a:extLst>
          </p:cNvPr>
          <p:cNvSpPr/>
          <p:nvPr/>
        </p:nvSpPr>
        <p:spPr>
          <a:xfrm>
            <a:off x="1268442" y="7442538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ja-JP" altLang="en-US" sz="2000" dirty="0">
                <a:solidFill>
                  <a:schemeClr val="tx1"/>
                </a:solidFill>
              </a:rPr>
              <a:t>高さ</a:t>
            </a:r>
            <a:r>
              <a:rPr kumimoji="1" lang="en-US" altLang="ja-JP" sz="2000" dirty="0">
                <a:solidFill>
                  <a:schemeClr val="tx1"/>
                </a:solidFill>
              </a:rPr>
              <a:t>=”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7CA3932-4011-4C5A-AC1D-B6484F645136}"/>
              </a:ext>
            </a:extLst>
          </p:cNvPr>
          <p:cNvSpPr/>
          <p:nvPr/>
        </p:nvSpPr>
        <p:spPr>
          <a:xfrm>
            <a:off x="1268442" y="7747472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height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CB0054-7178-4948-82F3-88C0351F1514}"/>
              </a:ext>
            </a:extLst>
          </p:cNvPr>
          <p:cNvSpPr/>
          <p:nvPr/>
        </p:nvSpPr>
        <p:spPr>
          <a:xfrm>
            <a:off x="1268442" y="8052406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ja-JP" altLang="en-US" sz="2000" dirty="0">
                <a:solidFill>
                  <a:schemeClr val="tx1"/>
                </a:solidFill>
              </a:rPr>
              <a:t>面積</a:t>
            </a:r>
            <a:r>
              <a:rPr kumimoji="1" lang="en-US" altLang="ja-JP" sz="2000" dirty="0">
                <a:solidFill>
                  <a:schemeClr val="tx1"/>
                </a:solidFill>
              </a:rPr>
              <a:t>=“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8071A8A-D743-4BB0-915F-4B64A236E239}"/>
              </a:ext>
            </a:extLst>
          </p:cNvPr>
          <p:cNvSpPr/>
          <p:nvPr/>
        </p:nvSpPr>
        <p:spPr>
          <a:xfrm>
            <a:off x="1268442" y="8357340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1022050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DCB1F61F-5CC2-47BA-B6FB-90DB4FE1F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DC9CD8-4AFB-4D6C-8DDD-50C7691D0E09}"/>
              </a:ext>
            </a:extLst>
          </p:cNvPr>
          <p:cNvSpPr/>
          <p:nvPr/>
        </p:nvSpPr>
        <p:spPr>
          <a:xfrm>
            <a:off x="1270839" y="6121718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ja-JP" altLang="en-US" sz="2000" dirty="0">
                <a:solidFill>
                  <a:schemeClr val="tx1"/>
                </a:solidFill>
              </a:rPr>
              <a:t>日本の首都は</a:t>
            </a:r>
            <a:r>
              <a:rPr kumimoji="1" lang="en-US" altLang="ja-JP" sz="20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90872F2-9D12-40B3-8940-B1B749105376}"/>
              </a:ext>
            </a:extLst>
          </p:cNvPr>
          <p:cNvSpPr/>
          <p:nvPr/>
        </p:nvSpPr>
        <p:spPr>
          <a:xfrm>
            <a:off x="1270839" y="6426652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capital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9A7A5E-0424-4D60-8E1C-37BA7651392A}"/>
              </a:ext>
            </a:extLst>
          </p:cNvPr>
          <p:cNvSpPr/>
          <p:nvPr/>
        </p:nvSpPr>
        <p:spPr>
          <a:xfrm>
            <a:off x="1270839" y="6731586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ja-JP" altLang="en-US" sz="2000" dirty="0">
                <a:solidFill>
                  <a:schemeClr val="tx1"/>
                </a:solidFill>
              </a:rPr>
              <a:t>人口は</a:t>
            </a:r>
            <a:r>
              <a:rPr kumimoji="1" lang="en-US" altLang="ja-JP" sz="2000" dirty="0">
                <a:solidFill>
                  <a:schemeClr val="tx1"/>
                </a:solidFill>
              </a:rPr>
              <a:t>”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10FA3B8-8E2C-4643-A458-DEC9EB425A35}"/>
              </a:ext>
            </a:extLst>
          </p:cNvPr>
          <p:cNvSpPr/>
          <p:nvPr/>
        </p:nvSpPr>
        <p:spPr>
          <a:xfrm>
            <a:off x="1270839" y="7036520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pupulation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E70C6DE-CC4D-4E76-B888-0500B072B2CC}"/>
              </a:ext>
            </a:extLst>
          </p:cNvPr>
          <p:cNvSpPr/>
          <p:nvPr/>
        </p:nvSpPr>
        <p:spPr>
          <a:xfrm>
            <a:off x="1270839" y="7341454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sep</a:t>
            </a:r>
            <a:r>
              <a:rPr kumimoji="1" lang="en-US" altLang="ja-JP" sz="2000" dirty="0">
                <a:solidFill>
                  <a:schemeClr val="tx1"/>
                </a:solidFill>
              </a:rPr>
              <a:t>=“---”</a:t>
            </a:r>
          </a:p>
        </p:txBody>
      </p:sp>
    </p:spTree>
    <p:extLst>
      <p:ext uri="{BB962C8B-B14F-4D97-AF65-F5344CB8AC3E}">
        <p14:creationId xmlns:p14="http://schemas.microsoft.com/office/powerpoint/2010/main" val="188942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6D99B11E-A95D-4BFE-9BC3-AB94C648D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DC9CD8-4AFB-4D6C-8DDD-50C7691D0E09}"/>
              </a:ext>
            </a:extLst>
          </p:cNvPr>
          <p:cNvSpPr/>
          <p:nvPr/>
        </p:nvSpPr>
        <p:spPr>
          <a:xfrm>
            <a:off x="1128163" y="4640130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input(“</a:t>
            </a:r>
            <a:r>
              <a:rPr kumimoji="1" lang="ja-JP" altLang="en-US" sz="2000" dirty="0">
                <a:solidFill>
                  <a:schemeClr val="tx1"/>
                </a:solidFill>
              </a:rPr>
              <a:t>お名前を入力してください</a:t>
            </a:r>
            <a:r>
              <a:rPr kumimoji="1" lang="en-US" altLang="ja-JP" sz="2000" dirty="0">
                <a:solidFill>
                  <a:schemeClr val="tx1"/>
                </a:solidFill>
              </a:rPr>
              <a:t>:”)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90872F2-9D12-40B3-8940-B1B749105376}"/>
              </a:ext>
            </a:extLst>
          </p:cNvPr>
          <p:cNvSpPr/>
          <p:nvPr/>
        </p:nvSpPr>
        <p:spPr>
          <a:xfrm>
            <a:off x="1128163" y="4945064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print(“</a:t>
            </a:r>
            <a:r>
              <a:rPr kumimoji="1" lang="ja-JP" altLang="en-US" sz="2000" dirty="0">
                <a:solidFill>
                  <a:schemeClr val="tx1"/>
                </a:solidFill>
              </a:rPr>
              <a:t>こんにちは</a:t>
            </a:r>
            <a:r>
              <a:rPr kumimoji="1" lang="en-US" altLang="ja-JP" sz="2000" dirty="0">
                <a:solidFill>
                  <a:schemeClr val="tx1"/>
                </a:solidFill>
              </a:rPr>
              <a:t>“ + s + “</a:t>
            </a:r>
            <a:r>
              <a:rPr kumimoji="1" lang="ja-JP" altLang="en-US" sz="2000" dirty="0">
                <a:solidFill>
                  <a:schemeClr val="tx1"/>
                </a:solidFill>
              </a:rPr>
              <a:t>さん</a:t>
            </a:r>
            <a:r>
              <a:rPr kumimoji="1" lang="en-US" altLang="ja-JP" sz="2000" dirty="0">
                <a:solidFill>
                  <a:schemeClr val="tx1"/>
                </a:solidFill>
              </a:rPr>
              <a:t>”)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071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B35CA5EC-C99C-4C24-8880-39D9D3E55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04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id="{4AEFE0AD-B16E-4D6F-BA2E-2FE9FEB7A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DC9CD8-4AFB-4D6C-8DDD-50C7691D0E09}"/>
              </a:ext>
            </a:extLst>
          </p:cNvPr>
          <p:cNvSpPr/>
          <p:nvPr/>
        </p:nvSpPr>
        <p:spPr>
          <a:xfrm>
            <a:off x="1273344" y="618107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dirty="0">
                <a:solidFill>
                  <a:schemeClr val="tx1"/>
                </a:solidFill>
              </a:rPr>
              <a:t>縦</a:t>
            </a:r>
            <a:endParaRPr kumimoji="1"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90872F2-9D12-40B3-8940-B1B749105376}"/>
              </a:ext>
            </a:extLst>
          </p:cNvPr>
          <p:cNvSpPr/>
          <p:nvPr/>
        </p:nvSpPr>
        <p:spPr>
          <a:xfrm>
            <a:off x="1273344" y="92304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vertical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0CEC188-6946-41E4-A1B0-E2BF14E32F32}"/>
              </a:ext>
            </a:extLst>
          </p:cNvPr>
          <p:cNvSpPr/>
          <p:nvPr/>
        </p:nvSpPr>
        <p:spPr>
          <a:xfrm>
            <a:off x="1273344" y="1227975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sep</a:t>
            </a:r>
            <a:r>
              <a:rPr kumimoji="1" lang="en-US" altLang="ja-JP" sz="2000" dirty="0">
                <a:solidFill>
                  <a:schemeClr val="tx1"/>
                </a:solidFill>
              </a:rPr>
              <a:t>=“:”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78F8D6D-9786-4CF3-8D12-57CF9B0D19B8}"/>
              </a:ext>
            </a:extLst>
          </p:cNvPr>
          <p:cNvSpPr/>
          <p:nvPr/>
        </p:nvSpPr>
        <p:spPr>
          <a:xfrm>
            <a:off x="1273344" y="153290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dirty="0">
                <a:solidFill>
                  <a:schemeClr val="tx1"/>
                </a:solidFill>
              </a:rPr>
              <a:t>横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9F1971-2A8A-47EA-9F0E-7F87339F6157}"/>
              </a:ext>
            </a:extLst>
          </p:cNvPr>
          <p:cNvSpPr/>
          <p:nvPr/>
        </p:nvSpPr>
        <p:spPr>
          <a:xfrm>
            <a:off x="1273344" y="1837843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side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D610683-B7C6-4F5F-842A-00F1846AC841}"/>
              </a:ext>
            </a:extLst>
          </p:cNvPr>
          <p:cNvSpPr/>
          <p:nvPr/>
        </p:nvSpPr>
        <p:spPr>
          <a:xfrm>
            <a:off x="1273344" y="2142777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sep</a:t>
            </a:r>
            <a:r>
              <a:rPr kumimoji="1" lang="en-US" altLang="ja-JP" sz="2000" dirty="0">
                <a:solidFill>
                  <a:schemeClr val="tx1"/>
                </a:solidFill>
              </a:rPr>
              <a:t>=“:”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C825DD1-172D-4DCC-B63F-08AC43AD8161}"/>
              </a:ext>
            </a:extLst>
          </p:cNvPr>
          <p:cNvSpPr/>
          <p:nvPr/>
        </p:nvSpPr>
        <p:spPr>
          <a:xfrm>
            <a:off x="1273344" y="246696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dirty="0">
                <a:solidFill>
                  <a:schemeClr val="tx1"/>
                </a:solidFill>
              </a:rPr>
              <a:t>面積</a:t>
            </a:r>
            <a:endParaRPr kumimoji="1"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282F5F6-68A1-4E6A-8124-B123C994C7AE}"/>
              </a:ext>
            </a:extLst>
          </p:cNvPr>
          <p:cNvSpPr/>
          <p:nvPr/>
        </p:nvSpPr>
        <p:spPr>
          <a:xfrm>
            <a:off x="1273344" y="2752645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area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5205FF4-7759-4F07-8155-C52984225189}"/>
              </a:ext>
            </a:extLst>
          </p:cNvPr>
          <p:cNvSpPr/>
          <p:nvPr/>
        </p:nvSpPr>
        <p:spPr>
          <a:xfrm>
            <a:off x="1273344" y="305757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sep</a:t>
            </a:r>
            <a:r>
              <a:rPr kumimoji="1" lang="en-US" altLang="ja-JP" sz="2000" dirty="0">
                <a:solidFill>
                  <a:schemeClr val="tx1"/>
                </a:solidFill>
              </a:rPr>
              <a:t>=“:”</a:t>
            </a:r>
          </a:p>
        </p:txBody>
      </p:sp>
    </p:spTree>
    <p:extLst>
      <p:ext uri="{BB962C8B-B14F-4D97-AF65-F5344CB8AC3E}">
        <p14:creationId xmlns:p14="http://schemas.microsoft.com/office/powerpoint/2010/main" val="2582183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 descr="スクリーンショット, 抽象 が含まれている画像&#10;&#10;自動的に生成された説明">
            <a:extLst>
              <a:ext uri="{FF2B5EF4-FFF2-40B4-BE49-F238E27FC236}">
                <a16:creationId xmlns:a16="http://schemas.microsoft.com/office/drawing/2014/main" id="{C75C98D7-33C5-4544-A300-9DE4CAC53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F442D4C-44C0-46C2-94DE-8D345794B81D}"/>
              </a:ext>
            </a:extLst>
          </p:cNvPr>
          <p:cNvSpPr/>
          <p:nvPr/>
        </p:nvSpPr>
        <p:spPr>
          <a:xfrm>
            <a:off x="760396" y="3936733"/>
            <a:ext cx="5534526" cy="925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ysClr val="windowText" lastClr="000000"/>
                </a:solidFill>
              </a:rPr>
              <a:t>ア、イ、オ、カ</a:t>
            </a:r>
          </a:p>
        </p:txBody>
      </p:sp>
    </p:spTree>
    <p:extLst>
      <p:ext uri="{BB962C8B-B14F-4D97-AF65-F5344CB8AC3E}">
        <p14:creationId xmlns:p14="http://schemas.microsoft.com/office/powerpoint/2010/main" val="330790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4E85B1D0-BB9E-40CB-9975-F2D28F92C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DC9CD8-4AFB-4D6C-8DDD-50C7691D0E09}"/>
              </a:ext>
            </a:extLst>
          </p:cNvPr>
          <p:cNvSpPr/>
          <p:nvPr/>
        </p:nvSpPr>
        <p:spPr>
          <a:xfrm>
            <a:off x="1134646" y="392030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1010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90872F2-9D12-40B3-8940-B1B749105376}"/>
              </a:ext>
            </a:extLst>
          </p:cNvPr>
          <p:cNvSpPr/>
          <p:nvPr/>
        </p:nvSpPr>
        <p:spPr>
          <a:xfrm>
            <a:off x="1134646" y="4225235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12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0CEC188-6946-41E4-A1B0-E2BF14E32F32}"/>
              </a:ext>
            </a:extLst>
          </p:cNvPr>
          <p:cNvSpPr/>
          <p:nvPr/>
        </p:nvSpPr>
        <p:spPr>
          <a:xfrm>
            <a:off x="1134646" y="453016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78F8D6D-9786-4CF3-8D12-57CF9B0D19B8}"/>
              </a:ext>
            </a:extLst>
          </p:cNvPr>
          <p:cNvSpPr/>
          <p:nvPr/>
        </p:nvSpPr>
        <p:spPr>
          <a:xfrm>
            <a:off x="1134646" y="4835103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A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46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&#10;&#10;自動的に生成された説明">
            <a:extLst>
              <a:ext uri="{FF2B5EF4-FFF2-40B4-BE49-F238E27FC236}">
                <a16:creationId xmlns:a16="http://schemas.microsoft.com/office/drawing/2014/main" id="{DA9602FE-866B-4517-9DED-D6F76DE3E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DC9CD8-4AFB-4D6C-8DDD-50C7691D0E09}"/>
              </a:ext>
            </a:extLst>
          </p:cNvPr>
          <p:cNvSpPr/>
          <p:nvPr/>
        </p:nvSpPr>
        <p:spPr>
          <a:xfrm>
            <a:off x="762000" y="2785534"/>
            <a:ext cx="5486400" cy="1185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0" dirty="0">
                <a:solidFill>
                  <a:schemeClr val="tx1"/>
                </a:solidFill>
              </a:rPr>
              <a:t>ア、ウ、エ</a:t>
            </a:r>
            <a:endParaRPr kumimoji="1" lang="en-US" altLang="ja-JP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103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02DD5EFC-D9C9-462F-8745-10ECF8D1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BAA5440-3D38-4330-84F1-0C601AF5FD9C}"/>
              </a:ext>
            </a:extLst>
          </p:cNvPr>
          <p:cNvSpPr/>
          <p:nvPr/>
        </p:nvSpPr>
        <p:spPr>
          <a:xfrm>
            <a:off x="1273076" y="732537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number1 = 100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443BFA-0640-4114-A2A3-342E92ECD017}"/>
              </a:ext>
            </a:extLst>
          </p:cNvPr>
          <p:cNvSpPr/>
          <p:nvPr/>
        </p:nvSpPr>
        <p:spPr>
          <a:xfrm>
            <a:off x="1273076" y="7630305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number2 = 200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D4501F-5AB2-4A0B-A649-8EC253067107}"/>
              </a:ext>
            </a:extLst>
          </p:cNvPr>
          <p:cNvSpPr/>
          <p:nvPr/>
        </p:nvSpPr>
        <p:spPr>
          <a:xfrm>
            <a:off x="1273076" y="793523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Sum = number1 + number2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AE84390-C602-4D4F-8DFD-540D5AB3CCF0}"/>
              </a:ext>
            </a:extLst>
          </p:cNvPr>
          <p:cNvSpPr/>
          <p:nvPr/>
        </p:nvSpPr>
        <p:spPr>
          <a:xfrm>
            <a:off x="1273076" y="8240173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print(sum)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039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024DCF3E-27AE-470D-95E5-27CB0AFFE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BAA5440-3D38-4330-84F1-0C601AF5FD9C}"/>
              </a:ext>
            </a:extLst>
          </p:cNvPr>
          <p:cNvSpPr/>
          <p:nvPr/>
        </p:nvSpPr>
        <p:spPr>
          <a:xfrm>
            <a:off x="1273076" y="755397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vertical = input(“</a:t>
            </a:r>
            <a:r>
              <a:rPr kumimoji="1" lang="ja-JP" altLang="en-US" dirty="0">
                <a:solidFill>
                  <a:schemeClr val="tx1"/>
                </a:solidFill>
              </a:rPr>
              <a:t>縦の長さを入力してください</a:t>
            </a:r>
            <a:r>
              <a:rPr kumimoji="1" lang="en-US" altLang="ja-JP" dirty="0">
                <a:solidFill>
                  <a:schemeClr val="tx1"/>
                </a:solidFill>
              </a:rPr>
              <a:t>”)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443BFA-0640-4114-A2A3-342E92ECD017}"/>
              </a:ext>
            </a:extLst>
          </p:cNvPr>
          <p:cNvSpPr/>
          <p:nvPr/>
        </p:nvSpPr>
        <p:spPr>
          <a:xfrm>
            <a:off x="1273076" y="7858905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side = input(“</a:t>
            </a:r>
            <a:r>
              <a:rPr kumimoji="1" lang="ja-JP" altLang="en-US" dirty="0">
                <a:solidFill>
                  <a:schemeClr val="tx1"/>
                </a:solidFill>
              </a:rPr>
              <a:t>横の長さを入力してください</a:t>
            </a:r>
            <a:r>
              <a:rPr kumimoji="1" lang="en-US" altLang="ja-JP" dirty="0">
                <a:solidFill>
                  <a:schemeClr val="tx1"/>
                </a:solidFill>
              </a:rPr>
              <a:t>”)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D4501F-5AB2-4A0B-A649-8EC253067107}"/>
              </a:ext>
            </a:extLst>
          </p:cNvPr>
          <p:cNvSpPr/>
          <p:nvPr/>
        </p:nvSpPr>
        <p:spPr>
          <a:xfrm>
            <a:off x="1273076" y="816383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area = vertical + side</a:t>
            </a:r>
          </a:p>
        </p:txBody>
      </p:sp>
    </p:spTree>
    <p:extLst>
      <p:ext uri="{BB962C8B-B14F-4D97-AF65-F5344CB8AC3E}">
        <p14:creationId xmlns:p14="http://schemas.microsoft.com/office/powerpoint/2010/main" val="1034853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BA81B396-9F2A-4AB9-8882-C6C371000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BAA5440-3D38-4330-84F1-0C601AF5FD9C}"/>
              </a:ext>
            </a:extLst>
          </p:cNvPr>
          <p:cNvSpPr/>
          <p:nvPr/>
        </p:nvSpPr>
        <p:spPr>
          <a:xfrm>
            <a:off x="1137605" y="755397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bottom = input(“</a:t>
            </a:r>
            <a:r>
              <a:rPr kumimoji="1" lang="ja-JP" altLang="en-US" sz="1600" dirty="0">
                <a:solidFill>
                  <a:schemeClr val="tx1"/>
                </a:solidFill>
              </a:rPr>
              <a:t>底辺の長さを入力してください</a:t>
            </a:r>
            <a:r>
              <a:rPr kumimoji="1" lang="en-US" altLang="ja-JP" sz="1600" dirty="0">
                <a:solidFill>
                  <a:schemeClr val="tx1"/>
                </a:solidFill>
              </a:rPr>
              <a:t>”)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443BFA-0640-4114-A2A3-342E92ECD017}"/>
              </a:ext>
            </a:extLst>
          </p:cNvPr>
          <p:cNvSpPr/>
          <p:nvPr/>
        </p:nvSpPr>
        <p:spPr>
          <a:xfrm>
            <a:off x="1137605" y="7858905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height = input(“</a:t>
            </a:r>
            <a:r>
              <a:rPr kumimoji="1" lang="ja-JP" altLang="en-US" sz="1600" dirty="0">
                <a:solidFill>
                  <a:schemeClr val="tx1"/>
                </a:solidFill>
              </a:rPr>
              <a:t>高さの長さを入力してください</a:t>
            </a:r>
            <a:r>
              <a:rPr kumimoji="1" lang="en-US" altLang="ja-JP" sz="1600" dirty="0">
                <a:solidFill>
                  <a:schemeClr val="tx1"/>
                </a:solidFill>
              </a:rPr>
              <a:t>”)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D4501F-5AB2-4A0B-A649-8EC253067107}"/>
              </a:ext>
            </a:extLst>
          </p:cNvPr>
          <p:cNvSpPr/>
          <p:nvPr/>
        </p:nvSpPr>
        <p:spPr>
          <a:xfrm>
            <a:off x="1137605" y="816383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area = float(bottom) * float(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heifht</a:t>
            </a:r>
            <a:r>
              <a:rPr kumimoji="1" lang="en-US" altLang="ja-JP" sz="2000" dirty="0">
                <a:solidFill>
                  <a:schemeClr val="tx1"/>
                </a:solidFill>
              </a:rPr>
              <a:t>) / 2</a:t>
            </a:r>
          </a:p>
        </p:txBody>
      </p:sp>
    </p:spTree>
    <p:extLst>
      <p:ext uri="{BB962C8B-B14F-4D97-AF65-F5344CB8AC3E}">
        <p14:creationId xmlns:p14="http://schemas.microsoft.com/office/powerpoint/2010/main" val="1690547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8834EEC6-DE2C-4520-88D5-F3806C981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BAA5440-3D38-4330-84F1-0C601AF5FD9C}"/>
              </a:ext>
            </a:extLst>
          </p:cNvPr>
          <p:cNvSpPr/>
          <p:nvPr/>
        </p:nvSpPr>
        <p:spPr>
          <a:xfrm>
            <a:off x="1137605" y="6834304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rad = input(“</a:t>
            </a:r>
            <a:r>
              <a:rPr kumimoji="1" lang="ja-JP" altLang="en-US" dirty="0">
                <a:solidFill>
                  <a:schemeClr val="tx1"/>
                </a:solidFill>
              </a:rPr>
              <a:t>半径の長さを入力してください</a:t>
            </a:r>
            <a:r>
              <a:rPr kumimoji="1" lang="en-US" altLang="ja-JP" dirty="0">
                <a:solidFill>
                  <a:schemeClr val="tx1"/>
                </a:solidFill>
              </a:rPr>
              <a:t>”)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443BFA-0640-4114-A2A3-342E92ECD017}"/>
              </a:ext>
            </a:extLst>
          </p:cNvPr>
          <p:cNvSpPr/>
          <p:nvPr/>
        </p:nvSpPr>
        <p:spPr>
          <a:xfrm>
            <a:off x="1137605" y="7139238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area = float(rad) ** 2 * PAI</a:t>
            </a:r>
          </a:p>
        </p:txBody>
      </p:sp>
    </p:spTree>
    <p:extLst>
      <p:ext uri="{BB962C8B-B14F-4D97-AF65-F5344CB8AC3E}">
        <p14:creationId xmlns:p14="http://schemas.microsoft.com/office/powerpoint/2010/main" val="3105271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id="{C7E119FF-59E2-4A7F-B68E-124DCB5A1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BAA5440-3D38-4330-84F1-0C601AF5FD9C}"/>
              </a:ext>
            </a:extLst>
          </p:cNvPr>
          <p:cNvSpPr/>
          <p:nvPr/>
        </p:nvSpPr>
        <p:spPr>
          <a:xfrm>
            <a:off x="1279107" y="7788020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up = input(“</a:t>
            </a:r>
            <a:r>
              <a:rPr kumimoji="1" lang="ja-JP" altLang="en-US" sz="1600" dirty="0">
                <a:solidFill>
                  <a:schemeClr val="tx1"/>
                </a:solidFill>
              </a:rPr>
              <a:t>上底の長さを入力してください</a:t>
            </a:r>
            <a:r>
              <a:rPr kumimoji="1" lang="en-US" altLang="ja-JP" sz="1600" dirty="0">
                <a:solidFill>
                  <a:schemeClr val="tx1"/>
                </a:solidFill>
              </a:rPr>
              <a:t>”)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443BFA-0640-4114-A2A3-342E92ECD017}"/>
              </a:ext>
            </a:extLst>
          </p:cNvPr>
          <p:cNvSpPr/>
          <p:nvPr/>
        </p:nvSpPr>
        <p:spPr>
          <a:xfrm>
            <a:off x="1279107" y="8092954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bottom = input(“</a:t>
            </a:r>
            <a:r>
              <a:rPr kumimoji="1" lang="ja-JP" altLang="en-US" sz="1600" dirty="0">
                <a:solidFill>
                  <a:schemeClr val="tx1"/>
                </a:solidFill>
              </a:rPr>
              <a:t>下底の長さを入力してください”</a:t>
            </a:r>
            <a:r>
              <a:rPr kumimoji="1" lang="en-US" altLang="ja-JP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1DAB5BA-6465-4668-BB74-43FB75416E00}"/>
              </a:ext>
            </a:extLst>
          </p:cNvPr>
          <p:cNvSpPr/>
          <p:nvPr/>
        </p:nvSpPr>
        <p:spPr>
          <a:xfrm>
            <a:off x="1279107" y="8397888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area = (up + bottom) * height / 2</a:t>
            </a:r>
          </a:p>
        </p:txBody>
      </p:sp>
    </p:spTree>
    <p:extLst>
      <p:ext uri="{BB962C8B-B14F-4D97-AF65-F5344CB8AC3E}">
        <p14:creationId xmlns:p14="http://schemas.microsoft.com/office/powerpoint/2010/main" val="2108682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22DBF5CB-91E8-42AF-8EAF-213873DD8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9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id="{904EBB6F-5593-4241-BB44-D8EA0DFA3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C47AAE-B556-48F5-86FD-D9D001448EF4}"/>
              </a:ext>
            </a:extLst>
          </p:cNvPr>
          <p:cNvSpPr/>
          <p:nvPr/>
        </p:nvSpPr>
        <p:spPr>
          <a:xfrm>
            <a:off x="1281154" y="619049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 err="1">
                <a:solidFill>
                  <a:schemeClr val="tx1"/>
                </a:solidFill>
              </a:rPr>
              <a:t>list_price</a:t>
            </a:r>
            <a:r>
              <a:rPr kumimoji="1" lang="en-US" altLang="ja-JP" sz="1600" dirty="0">
                <a:solidFill>
                  <a:schemeClr val="tx1"/>
                </a:solidFill>
              </a:rPr>
              <a:t> = int(input(“</a:t>
            </a:r>
            <a:r>
              <a:rPr kumimoji="1" lang="ja-JP" altLang="en-US" sz="1600" dirty="0">
                <a:solidFill>
                  <a:schemeClr val="tx1"/>
                </a:solidFill>
              </a:rPr>
              <a:t>定価を入力してください</a:t>
            </a:r>
            <a:r>
              <a:rPr kumimoji="1" lang="en-US" altLang="ja-JP" sz="1600" dirty="0">
                <a:solidFill>
                  <a:schemeClr val="tx1"/>
                </a:solidFill>
              </a:rPr>
              <a:t>”))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50C1B13-CC68-47CD-A80E-FB65733DA98D}"/>
              </a:ext>
            </a:extLst>
          </p:cNvPr>
          <p:cNvSpPr/>
          <p:nvPr/>
        </p:nvSpPr>
        <p:spPr>
          <a:xfrm>
            <a:off x="1281154" y="923983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 err="1">
                <a:solidFill>
                  <a:schemeClr val="tx1"/>
                </a:solidFill>
              </a:rPr>
              <a:t>tax_rate</a:t>
            </a:r>
            <a:r>
              <a:rPr kumimoji="1" lang="en-US" altLang="ja-JP" sz="1600" dirty="0">
                <a:solidFill>
                  <a:schemeClr val="tx1"/>
                </a:solidFill>
              </a:rPr>
              <a:t> = int(input(“</a:t>
            </a:r>
            <a:r>
              <a:rPr kumimoji="1" lang="ja-JP" altLang="en-US" sz="1600" dirty="0">
                <a:solidFill>
                  <a:schemeClr val="tx1"/>
                </a:solidFill>
              </a:rPr>
              <a:t>消費税を入力してください”</a:t>
            </a:r>
            <a:r>
              <a:rPr kumimoji="1" lang="en-US" altLang="ja-JP" sz="1600" dirty="0">
                <a:solidFill>
                  <a:schemeClr val="tx1"/>
                </a:solidFill>
              </a:rPr>
              <a:t>))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B9F77D2-34AB-4636-B5E5-E01877F754FD}"/>
              </a:ext>
            </a:extLst>
          </p:cNvPr>
          <p:cNvSpPr/>
          <p:nvPr/>
        </p:nvSpPr>
        <p:spPr>
          <a:xfrm>
            <a:off x="1281154" y="1228917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ja-JP" altLang="en-US" sz="2000" dirty="0">
                <a:solidFill>
                  <a:schemeClr val="tx1"/>
                </a:solidFill>
              </a:rPr>
              <a:t>定価</a:t>
            </a:r>
            <a:r>
              <a:rPr kumimoji="1" lang="en-US" altLang="ja-JP" sz="2000" dirty="0">
                <a:solidFill>
                  <a:schemeClr val="tx1"/>
                </a:solidFill>
              </a:rPr>
              <a:t>:” + str(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list_price</a:t>
            </a:r>
            <a:r>
              <a:rPr kumimoji="1" lang="en-US" altLang="ja-JP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710998D-E0B0-454E-8CAE-0FD38A71511A}"/>
              </a:ext>
            </a:extLst>
          </p:cNvPr>
          <p:cNvSpPr/>
          <p:nvPr/>
        </p:nvSpPr>
        <p:spPr>
          <a:xfrm>
            <a:off x="1281154" y="1533851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ja-JP" altLang="en-US" sz="2000" dirty="0">
                <a:solidFill>
                  <a:schemeClr val="tx1"/>
                </a:solidFill>
              </a:rPr>
              <a:t>消費税率</a:t>
            </a:r>
            <a:r>
              <a:rPr kumimoji="1" lang="en-US" altLang="ja-JP" sz="2000" dirty="0">
                <a:solidFill>
                  <a:schemeClr val="tx1"/>
                </a:solidFill>
              </a:rPr>
              <a:t>:” + str(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tax_rate</a:t>
            </a:r>
            <a:r>
              <a:rPr kumimoji="1" lang="en-US" altLang="ja-JP" sz="2000" dirty="0">
                <a:solidFill>
                  <a:schemeClr val="tx1"/>
                </a:solidFill>
              </a:rPr>
              <a:t>) + “</a:t>
            </a:r>
            <a:r>
              <a:rPr kumimoji="1" lang="ja-JP" altLang="en-US" sz="2000" dirty="0">
                <a:solidFill>
                  <a:schemeClr val="tx1"/>
                </a:solidFill>
              </a:rPr>
              <a:t>％</a:t>
            </a:r>
            <a:r>
              <a:rPr kumimoji="1" lang="en-US" altLang="ja-JP" sz="20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C67D1B6-9BBB-4E1E-8A51-CDFDC31EF252}"/>
              </a:ext>
            </a:extLst>
          </p:cNvPr>
          <p:cNvSpPr/>
          <p:nvPr/>
        </p:nvSpPr>
        <p:spPr>
          <a:xfrm>
            <a:off x="1281154" y="1838785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ja-JP" altLang="en-US" sz="2000" dirty="0">
                <a:solidFill>
                  <a:schemeClr val="tx1"/>
                </a:solidFill>
              </a:rPr>
              <a:t>税込み価格は</a:t>
            </a:r>
            <a:r>
              <a:rPr kumimoji="1" lang="en-US" altLang="ja-JP" sz="2000" dirty="0">
                <a:solidFill>
                  <a:schemeClr val="tx1"/>
                </a:solidFill>
              </a:rPr>
              <a:t>:” + str(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tax_price</a:t>
            </a:r>
            <a:r>
              <a:rPr kumimoji="1" lang="en-US" altLang="ja-JP" sz="2000" dirty="0">
                <a:solidFill>
                  <a:schemeClr val="tx1"/>
                </a:solidFill>
              </a:rPr>
              <a:t>) + “</a:t>
            </a:r>
            <a:r>
              <a:rPr kumimoji="1" lang="ja-JP" altLang="en-US" sz="2000" dirty="0">
                <a:solidFill>
                  <a:schemeClr val="tx1"/>
                </a:solidFill>
              </a:rPr>
              <a:t>円です</a:t>
            </a:r>
            <a:r>
              <a:rPr kumimoji="1" lang="en-US" altLang="ja-JP" sz="2000" dirty="0">
                <a:solidFill>
                  <a:schemeClr val="tx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0774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BEEE9758-F564-4CC7-8E4E-6048D973B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"/>
            <a:ext cx="6858000" cy="968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19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スクリーンショット が含まれている画像&#10;&#10;自動的に生成された説明">
            <a:extLst>
              <a:ext uri="{FF2B5EF4-FFF2-40B4-BE49-F238E27FC236}">
                <a16:creationId xmlns:a16="http://schemas.microsoft.com/office/drawing/2014/main" id="{F79C5450-C63B-4F87-AD9D-FC23701E7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"/>
            <a:ext cx="6858000" cy="9686387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C47AAE-B556-48F5-86FD-D9D001448EF4}"/>
              </a:ext>
            </a:extLst>
          </p:cNvPr>
          <p:cNvSpPr/>
          <p:nvPr/>
        </p:nvSpPr>
        <p:spPr>
          <a:xfrm>
            <a:off x="1274998" y="1815198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float(input(“</a:t>
            </a:r>
            <a:r>
              <a:rPr kumimoji="1" lang="ja-JP" altLang="en-US" sz="2000" dirty="0">
                <a:solidFill>
                  <a:schemeClr val="tx1"/>
                </a:solidFill>
              </a:rPr>
              <a:t>体重</a:t>
            </a:r>
            <a:r>
              <a:rPr kumimoji="1" lang="en-US" altLang="ja-JP" sz="2000" dirty="0">
                <a:solidFill>
                  <a:schemeClr val="tx1"/>
                </a:solidFill>
              </a:rPr>
              <a:t>(Kg)</a:t>
            </a:r>
            <a:r>
              <a:rPr kumimoji="1" lang="ja-JP" altLang="en-US" sz="2000" dirty="0">
                <a:solidFill>
                  <a:schemeClr val="tx1"/>
                </a:solidFill>
              </a:rPr>
              <a:t>を入力</a:t>
            </a:r>
            <a:r>
              <a:rPr kumimoji="1" lang="en-US" altLang="ja-JP" sz="20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50C1B13-CC68-47CD-A80E-FB65733DA98D}"/>
              </a:ext>
            </a:extLst>
          </p:cNvPr>
          <p:cNvSpPr/>
          <p:nvPr/>
        </p:nvSpPr>
        <p:spPr>
          <a:xfrm>
            <a:off x="1274998" y="2120132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float(input(“</a:t>
            </a:r>
            <a:r>
              <a:rPr kumimoji="1" lang="ja-JP" altLang="en-US" sz="2000" dirty="0">
                <a:solidFill>
                  <a:schemeClr val="tx1"/>
                </a:solidFill>
              </a:rPr>
              <a:t>身長</a:t>
            </a:r>
            <a:r>
              <a:rPr kumimoji="1" lang="en-US" altLang="ja-JP" sz="2000" dirty="0">
                <a:solidFill>
                  <a:schemeClr val="tx1"/>
                </a:solidFill>
              </a:rPr>
              <a:t>(cm)</a:t>
            </a:r>
            <a:r>
              <a:rPr kumimoji="1" lang="ja-JP" altLang="en-US" sz="2000" dirty="0">
                <a:solidFill>
                  <a:schemeClr val="tx1"/>
                </a:solidFill>
              </a:rPr>
              <a:t>を入力</a:t>
            </a:r>
            <a:r>
              <a:rPr kumimoji="1" lang="en-US" altLang="ja-JP" sz="20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B9F77D2-34AB-4636-B5E5-E01877F754FD}"/>
              </a:ext>
            </a:extLst>
          </p:cNvPr>
          <p:cNvSpPr/>
          <p:nvPr/>
        </p:nvSpPr>
        <p:spPr>
          <a:xfrm>
            <a:off x="1274998" y="2425066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Height = 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height_cm</a:t>
            </a:r>
            <a:r>
              <a:rPr kumimoji="1" lang="en-US" altLang="ja-JP" sz="2000" dirty="0">
                <a:solidFill>
                  <a:schemeClr val="tx1"/>
                </a:solidFill>
              </a:rPr>
              <a:t> / 100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710998D-E0B0-454E-8CAE-0FD38A71511A}"/>
              </a:ext>
            </a:extLst>
          </p:cNvPr>
          <p:cNvSpPr/>
          <p:nvPr/>
        </p:nvSpPr>
        <p:spPr>
          <a:xfrm>
            <a:off x="1274998" y="2730000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Weight / height ** 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C67D1B6-9BBB-4E1E-8A51-CDFDC31EF252}"/>
              </a:ext>
            </a:extLst>
          </p:cNvPr>
          <p:cNvSpPr/>
          <p:nvPr/>
        </p:nvSpPr>
        <p:spPr>
          <a:xfrm>
            <a:off x="1274998" y="3034934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dirty="0">
                <a:solidFill>
                  <a:schemeClr val="tx1"/>
                </a:solidFill>
              </a:rPr>
              <a:t>“体重 </a:t>
            </a:r>
            <a:r>
              <a:rPr kumimoji="1" lang="en-US" altLang="ja-JP" sz="2000" dirty="0">
                <a:solidFill>
                  <a:schemeClr val="tx1"/>
                </a:solidFill>
              </a:rPr>
              <a:t>= ” + str(weight)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C5F49CF-72E1-441A-A9EB-B72E3497411B}"/>
              </a:ext>
            </a:extLst>
          </p:cNvPr>
          <p:cNvSpPr/>
          <p:nvPr/>
        </p:nvSpPr>
        <p:spPr>
          <a:xfrm>
            <a:off x="1274998" y="3339868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</a:t>
            </a:r>
            <a:r>
              <a:rPr kumimoji="1" lang="ja-JP" altLang="en-US" sz="2000" dirty="0">
                <a:solidFill>
                  <a:schemeClr val="tx1"/>
                </a:solidFill>
              </a:rPr>
              <a:t>身長 </a:t>
            </a:r>
            <a:r>
              <a:rPr kumimoji="1" lang="en-US" altLang="ja-JP" sz="2000" dirty="0">
                <a:solidFill>
                  <a:schemeClr val="tx1"/>
                </a:solidFill>
              </a:rPr>
              <a:t>= ” + str(height)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C647604-ECF3-4475-861B-A7ED329D72D7}"/>
              </a:ext>
            </a:extLst>
          </p:cNvPr>
          <p:cNvSpPr/>
          <p:nvPr/>
        </p:nvSpPr>
        <p:spPr>
          <a:xfrm>
            <a:off x="1274998" y="3644802"/>
            <a:ext cx="4965098" cy="304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“BMI</a:t>
            </a:r>
            <a:r>
              <a:rPr kumimoji="1" lang="ja-JP" altLang="en-US" sz="2000" dirty="0">
                <a:solidFill>
                  <a:schemeClr val="tx1"/>
                </a:solidFill>
              </a:rPr>
              <a:t>値 </a:t>
            </a:r>
            <a:r>
              <a:rPr kumimoji="1" lang="en-US" altLang="ja-JP" sz="2000" dirty="0">
                <a:solidFill>
                  <a:schemeClr val="tx1"/>
                </a:solidFill>
              </a:rPr>
              <a:t>= ” + str(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bmi</a:t>
            </a:r>
            <a:r>
              <a:rPr kumimoji="1" lang="en-US" altLang="ja-JP" sz="20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01998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382</Words>
  <Application>Microsoft Office PowerPoint</Application>
  <PresentationFormat>ユーザー設定</PresentationFormat>
  <Paragraphs>80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川岸　大樹</dc:creator>
  <cp:lastModifiedBy>川岸　大樹</cp:lastModifiedBy>
  <cp:revision>18</cp:revision>
  <dcterms:created xsi:type="dcterms:W3CDTF">2020-01-29T03:23:10Z</dcterms:created>
  <dcterms:modified xsi:type="dcterms:W3CDTF">2020-01-29T07:04:43Z</dcterms:modified>
</cp:coreProperties>
</file>