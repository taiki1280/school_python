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  <p:sldId id="271" r:id="rId4"/>
    <p:sldId id="272" r:id="rId5"/>
    <p:sldId id="270" r:id="rId6"/>
    <p:sldId id="266" r:id="rId7"/>
    <p:sldId id="268" r:id="rId8"/>
    <p:sldId id="267" r:id="rId9"/>
    <p:sldId id="273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45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3DEA5B-3BD7-4833-A113-98109E464B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53071D7-680B-4C8C-9FCA-AC531827B3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D77C481-A53B-4765-8C02-30DF53F5E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A007C-4293-4E2C-B896-BC3A3C9EEEA3}" type="datetimeFigureOut">
              <a:rPr kumimoji="1" lang="ja-JP" altLang="en-US" smtClean="0"/>
              <a:t>2020/9/3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1E032D9-30DF-464C-9FAF-3CF4E5419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89ED47B-D4C3-4DDE-B3E3-78D5C6ACC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FBBB2-F719-4536-AF1E-F739F326E3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5779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1894F9-C18F-4ADF-869E-7023304A2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FFDF826-56CF-413D-AB3A-D9B9F1AA23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F770CF5-C803-42B8-AC9D-9D216D869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A007C-4293-4E2C-B896-BC3A3C9EEEA3}" type="datetimeFigureOut">
              <a:rPr kumimoji="1" lang="ja-JP" altLang="en-US" smtClean="0"/>
              <a:t>2020/9/3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A587899-5109-482D-90C5-EEEB7FF1C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4418691-91E0-48E6-948E-B2A1732A5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FBBB2-F719-4536-AF1E-F739F326E3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2268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81B2755-A99F-4FFA-9685-AFC092608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BD46498-DB49-4F53-A51B-712DC0C8C9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98E9AF0-9189-4ECC-A941-3FBD2F9BD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A007C-4293-4E2C-B896-BC3A3C9EEEA3}" type="datetimeFigureOut">
              <a:rPr kumimoji="1" lang="ja-JP" altLang="en-US" smtClean="0"/>
              <a:t>2020/9/3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FEEB71F-F489-4B58-8C05-61DFBC24A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5C5E751-BD44-4654-B18C-4E34AC910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FBBB2-F719-4536-AF1E-F739F326E3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838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1CD5C4-216C-432A-BD5A-7A6476C85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F3C28ED-8F3E-4AB5-9E5D-19253808C5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D66514E-F27E-4BED-A1BD-203AE5227A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AA1C90C-612A-4764-BB5F-F7775D6EE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A007C-4293-4E2C-B896-BC3A3C9EEEA3}" type="datetimeFigureOut">
              <a:rPr kumimoji="1" lang="ja-JP" altLang="en-US" smtClean="0"/>
              <a:t>2020/9/3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C899D7E-F8FE-49D6-8DF4-9384F04D1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4243CF5-705D-4BFD-A2F9-10382AFCD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FBBB2-F719-4536-AF1E-F739F326E3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3434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56DBF1-D730-4484-AC42-CE8F6B28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0238ACE-91E6-48EB-9311-853542C018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1FBC2DD-64BC-4836-9D9C-9C38563D18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3E0FC26-67D2-4362-B883-3BB8730084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838BB5E-B23B-4E81-A282-715F941F59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8506FED-EBA9-4EF6-AC2D-74B96DFD8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A007C-4293-4E2C-B896-BC3A3C9EEEA3}" type="datetimeFigureOut">
              <a:rPr kumimoji="1" lang="ja-JP" altLang="en-US" smtClean="0"/>
              <a:t>2020/9/3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F74902A-0515-4247-B8D2-C739199D4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DD1D145-20D4-4B20-83F9-B8E79F305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FBBB2-F719-4536-AF1E-F739F326E3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7476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2F6117-BFBA-4608-AEBE-AA82A101C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759002C-A894-458B-8956-DCF9E77FD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A007C-4293-4E2C-B896-BC3A3C9EEEA3}" type="datetimeFigureOut">
              <a:rPr kumimoji="1" lang="ja-JP" altLang="en-US" smtClean="0"/>
              <a:t>2020/9/3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8DD8971-CE0B-4891-B0D1-FFA56901C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5CFFF03-1498-4BA5-84F2-ACE78614B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FBBB2-F719-4536-AF1E-F739F326E3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4922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C67C822-2E0F-4F9A-A2A8-C8E8B20D6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A007C-4293-4E2C-B896-BC3A3C9EEEA3}" type="datetimeFigureOut">
              <a:rPr kumimoji="1" lang="ja-JP" altLang="en-US" smtClean="0"/>
              <a:t>2020/9/3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A3DA8C3-2272-4A75-89E6-3AA6C852C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8784535-BEFC-4CA4-A4C4-FB1D4B9BD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FBBB2-F719-4536-AF1E-F739F326E3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6760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A3C8DB-EC5A-4327-8A49-08C88C326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5C7F1D1-E8DC-46B1-A79D-B9A846A46E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CFF268D-9E6D-4F5D-A67B-A86FF66AB8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CD7403C-0D95-4DF7-869B-50ADB2F5E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A007C-4293-4E2C-B896-BC3A3C9EEEA3}" type="datetimeFigureOut">
              <a:rPr kumimoji="1" lang="ja-JP" altLang="en-US" smtClean="0"/>
              <a:t>2020/9/3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FE9EF51-33AD-4443-830D-D094862C3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AB831B3-2EA1-4CCD-9DE7-0F2C22FC9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FBBB2-F719-4536-AF1E-F739F326E3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7419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59909C-5769-476B-8203-2B129FD27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6F6F144-C907-4648-A9A7-3F4DCE10CE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579074E-7463-41B7-AB43-54B9E2D32F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49C1EC2-F3F0-41CA-8C8E-DAFB5A125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A007C-4293-4E2C-B896-BC3A3C9EEEA3}" type="datetimeFigureOut">
              <a:rPr kumimoji="1" lang="ja-JP" altLang="en-US" smtClean="0"/>
              <a:t>2020/9/3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DCC708E-B8B5-48F6-BBFE-6665CAC5F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BDFD15D-6CEC-4776-8930-9E8AB5F81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FBBB2-F719-4536-AF1E-F739F326E3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04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F8A628-551E-4775-8860-0AD25567C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CDF1BA3-E749-44AF-957F-4150381B5D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B45908D-C1BA-4A91-90A4-5E25C4163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A007C-4293-4E2C-B896-BC3A3C9EEEA3}" type="datetimeFigureOut">
              <a:rPr kumimoji="1" lang="ja-JP" altLang="en-US" smtClean="0"/>
              <a:t>2020/9/3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E1D90E9-035D-490B-B52B-036A4F6D9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398497B-F3AF-416F-AF00-BFD36E3B1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FBBB2-F719-4536-AF1E-F739F326E3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8889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17B9CFB-AEE7-4F95-BDEE-8589FCB5DD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C82BEC8-2179-454D-8DDD-FC6FD64CFD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D0397E7-80FC-42D7-9A27-B842021F3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A007C-4293-4E2C-B896-BC3A3C9EEEA3}" type="datetimeFigureOut">
              <a:rPr kumimoji="1" lang="ja-JP" altLang="en-US" smtClean="0"/>
              <a:t>2020/9/3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576F793-50EC-47D4-B64F-E61BA5967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21FEC91-A199-4CE1-9127-3477ABCFB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FBBB2-F719-4536-AF1E-F739F326E3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9763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1CF4FA4-A600-409A-8FBF-64C1C8EA1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4493C40-C00E-489D-BDAD-3DD1EECA6D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DF9E448-E4C2-4798-95EB-289C043A5A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8A007C-4293-4E2C-B896-BC3A3C9EEEA3}" type="datetimeFigureOut">
              <a:rPr kumimoji="1" lang="ja-JP" altLang="en-US" smtClean="0"/>
              <a:t>2020/9/3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82028D4-72EB-47AB-9CDA-B8ADA8D63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5D751DC-1A69-498D-B77B-502AEDE233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0FBBB2-F719-4536-AF1E-F739F326E3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4095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9CAFB74-4ACC-4315-A469-89A9C5184976}"/>
              </a:ext>
            </a:extLst>
          </p:cNvPr>
          <p:cNvSpPr/>
          <p:nvPr/>
        </p:nvSpPr>
        <p:spPr>
          <a:xfrm>
            <a:off x="0" y="-1"/>
            <a:ext cx="12192000" cy="994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構図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047985CA-0391-4620-9CF4-E2A08A7C9BE1}"/>
              </a:ext>
            </a:extLst>
          </p:cNvPr>
          <p:cNvSpPr/>
          <p:nvPr/>
        </p:nvSpPr>
        <p:spPr>
          <a:xfrm>
            <a:off x="0" y="994299"/>
            <a:ext cx="12192000" cy="58637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BEAE76B3-8785-4F3B-8189-3142E6BF62F2}"/>
              </a:ext>
            </a:extLst>
          </p:cNvPr>
          <p:cNvSpPr/>
          <p:nvPr/>
        </p:nvSpPr>
        <p:spPr>
          <a:xfrm>
            <a:off x="4857565" y="1835457"/>
            <a:ext cx="2476870" cy="10120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管理者達</a:t>
            </a:r>
            <a:endParaRPr kumimoji="1" lang="en-US" altLang="ja-JP" dirty="0">
              <a:solidFill>
                <a:schemeClr val="tx1"/>
              </a:solidFill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0F46A8A4-C44F-4DAB-8C61-71257758C7EE}"/>
              </a:ext>
            </a:extLst>
          </p:cNvPr>
          <p:cNvSpPr/>
          <p:nvPr/>
        </p:nvSpPr>
        <p:spPr>
          <a:xfrm>
            <a:off x="6865399" y="3422340"/>
            <a:ext cx="2476870" cy="10120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ユーザー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8EDDF1C1-3B5E-47AF-AA62-4DAAD7BECDA2}"/>
              </a:ext>
            </a:extLst>
          </p:cNvPr>
          <p:cNvSpPr/>
          <p:nvPr/>
        </p:nvSpPr>
        <p:spPr>
          <a:xfrm>
            <a:off x="2849733" y="3422340"/>
            <a:ext cx="2476870" cy="10120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開発ユーザー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1BA0D6F2-A7C0-4271-822C-A8553C67D26A}"/>
              </a:ext>
            </a:extLst>
          </p:cNvPr>
          <p:cNvSpPr/>
          <p:nvPr/>
        </p:nvSpPr>
        <p:spPr>
          <a:xfrm>
            <a:off x="543017" y="5004787"/>
            <a:ext cx="11105965" cy="10120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使用ユーザー</a:t>
            </a:r>
          </a:p>
        </p:txBody>
      </p:sp>
    </p:spTree>
    <p:extLst>
      <p:ext uri="{BB962C8B-B14F-4D97-AF65-F5344CB8AC3E}">
        <p14:creationId xmlns:p14="http://schemas.microsoft.com/office/powerpoint/2010/main" val="32636340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>
        <p159:morph option="byChar"/>
      </p:transition>
    </mc:Choice>
    <mc:Fallback>
      <p:transition spd="slow" advClick="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9CAFB74-4ACC-4315-A469-89A9C5184976}"/>
              </a:ext>
            </a:extLst>
          </p:cNvPr>
          <p:cNvSpPr/>
          <p:nvPr/>
        </p:nvSpPr>
        <p:spPr>
          <a:xfrm>
            <a:off x="0" y="-1"/>
            <a:ext cx="12192000" cy="994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AWS</a:t>
            </a:r>
            <a:r>
              <a:rPr kumimoji="1" lang="ja-JP" altLang="en-US" dirty="0">
                <a:solidFill>
                  <a:schemeClr val="tx1"/>
                </a:solidFill>
              </a:rPr>
              <a:t>全体図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047985CA-0391-4620-9CF4-E2A08A7C9BE1}"/>
              </a:ext>
            </a:extLst>
          </p:cNvPr>
          <p:cNvSpPr/>
          <p:nvPr/>
        </p:nvSpPr>
        <p:spPr>
          <a:xfrm>
            <a:off x="0" y="994299"/>
            <a:ext cx="12192000" cy="58637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89A98110-5DBC-4A9A-9E55-017F339F2E26}"/>
              </a:ext>
            </a:extLst>
          </p:cNvPr>
          <p:cNvGrpSpPr/>
          <p:nvPr/>
        </p:nvGrpSpPr>
        <p:grpSpPr>
          <a:xfrm>
            <a:off x="7506815" y="1859040"/>
            <a:ext cx="2583402" cy="4154747"/>
            <a:chOff x="8293224" y="1708954"/>
            <a:chExt cx="2583402" cy="4154747"/>
          </a:xfrm>
        </p:grpSpPr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9FA606FA-6CBB-4EE1-ACE5-0D8E30F67152}"/>
                </a:ext>
              </a:extLst>
            </p:cNvPr>
            <p:cNvSpPr/>
            <p:nvPr/>
          </p:nvSpPr>
          <p:spPr>
            <a:xfrm>
              <a:off x="8293224" y="1708954"/>
              <a:ext cx="2583402" cy="87888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全</a:t>
              </a:r>
              <a:r>
                <a:rPr kumimoji="1" lang="en-US" altLang="ja-JP" dirty="0">
                  <a:solidFill>
                    <a:schemeClr val="tx1"/>
                  </a:solidFill>
                </a:rPr>
                <a:t>AWS</a:t>
              </a:r>
              <a:r>
                <a:rPr kumimoji="1" lang="ja-JP" altLang="en-US" dirty="0">
                  <a:solidFill>
                    <a:schemeClr val="tx1"/>
                  </a:solidFill>
                </a:rPr>
                <a:t>リージョン</a:t>
              </a:r>
            </a:p>
          </p:txBody>
        </p:sp>
        <p:cxnSp>
          <p:nvCxnSpPr>
            <p:cNvPr id="6" name="直線コネクタ 5">
              <a:extLst>
                <a:ext uri="{FF2B5EF4-FFF2-40B4-BE49-F238E27FC236}">
                  <a16:creationId xmlns:a16="http://schemas.microsoft.com/office/drawing/2014/main" id="{A726449C-822C-4E60-B312-A0D9C6109739}"/>
                </a:ext>
              </a:extLst>
            </p:cNvPr>
            <p:cNvCxnSpPr>
              <a:stCxn id="3" idx="2"/>
            </p:cNvCxnSpPr>
            <p:nvPr/>
          </p:nvCxnSpPr>
          <p:spPr>
            <a:xfrm>
              <a:off x="9584925" y="2587843"/>
              <a:ext cx="0" cy="7590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0BD034A8-7635-463F-907D-62EFB98CDA70}"/>
                </a:ext>
              </a:extLst>
            </p:cNvPr>
            <p:cNvSpPr/>
            <p:nvPr/>
          </p:nvSpPr>
          <p:spPr>
            <a:xfrm>
              <a:off x="8293224" y="3346883"/>
              <a:ext cx="2583402" cy="87888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各国の支社</a:t>
              </a:r>
            </a:p>
          </p:txBody>
        </p:sp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A6B1C79E-D2FA-41B0-A4CD-C0851AF9EA76}"/>
                </a:ext>
              </a:extLst>
            </p:cNvPr>
            <p:cNvSpPr/>
            <p:nvPr/>
          </p:nvSpPr>
          <p:spPr>
            <a:xfrm>
              <a:off x="8293224" y="4984812"/>
              <a:ext cx="2583402" cy="87888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各国の支社</a:t>
              </a:r>
            </a:p>
          </p:txBody>
        </p:sp>
        <p:cxnSp>
          <p:nvCxnSpPr>
            <p:cNvPr id="15" name="直線コネクタ 14">
              <a:extLst>
                <a:ext uri="{FF2B5EF4-FFF2-40B4-BE49-F238E27FC236}">
                  <a16:creationId xmlns:a16="http://schemas.microsoft.com/office/drawing/2014/main" id="{279A3B21-DDB0-4D0B-BE83-78FB71461D8E}"/>
                </a:ext>
              </a:extLst>
            </p:cNvPr>
            <p:cNvCxnSpPr>
              <a:cxnSpLocks/>
              <a:stCxn id="13" idx="2"/>
              <a:endCxn id="14" idx="0"/>
            </p:cNvCxnSpPr>
            <p:nvPr/>
          </p:nvCxnSpPr>
          <p:spPr>
            <a:xfrm>
              <a:off x="9584925" y="4225772"/>
              <a:ext cx="0" cy="7590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40BC18EF-89CA-4F29-BAFD-ECA5B63F1FDE}"/>
              </a:ext>
            </a:extLst>
          </p:cNvPr>
          <p:cNvSpPr/>
          <p:nvPr/>
        </p:nvSpPr>
        <p:spPr>
          <a:xfrm>
            <a:off x="1563210" y="3486705"/>
            <a:ext cx="2583402" cy="87888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全人類</a:t>
            </a:r>
            <a:endParaRPr kumimoji="1" lang="en-US" altLang="ja-JP" dirty="0">
              <a:solidFill>
                <a:schemeClr val="tx1"/>
              </a:solidFill>
            </a:endParaRPr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666278D1-C52A-4D54-BC85-2728B1973D52}"/>
              </a:ext>
            </a:extLst>
          </p:cNvPr>
          <p:cNvCxnSpPr>
            <a:cxnSpLocks/>
            <a:stCxn id="17" idx="3"/>
            <a:endCxn id="20" idx="1"/>
          </p:cNvCxnSpPr>
          <p:nvPr/>
        </p:nvCxnSpPr>
        <p:spPr>
          <a:xfrm>
            <a:off x="4146612" y="3926150"/>
            <a:ext cx="2821631" cy="102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19BB5E0A-2D49-48E3-A8A4-724A952C34D1}"/>
              </a:ext>
            </a:extLst>
          </p:cNvPr>
          <p:cNvSpPr/>
          <p:nvPr/>
        </p:nvSpPr>
        <p:spPr>
          <a:xfrm>
            <a:off x="6968243" y="1525294"/>
            <a:ext cx="3660547" cy="48222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89788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>
        <p159:morph option="byChar"/>
      </p:transition>
    </mc:Choice>
    <mc:Fallback>
      <p:transition spd="slow" advClick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0F772BD-6AEE-4BDB-ACB0-D6EBDC4B61A5}"/>
              </a:ext>
            </a:extLst>
          </p:cNvPr>
          <p:cNvSpPr/>
          <p:nvPr/>
        </p:nvSpPr>
        <p:spPr>
          <a:xfrm>
            <a:off x="1023151" y="1808824"/>
            <a:ext cx="10413507" cy="45298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9CAFB74-4ACC-4315-A469-89A9C5184976}"/>
              </a:ext>
            </a:extLst>
          </p:cNvPr>
          <p:cNvSpPr/>
          <p:nvPr/>
        </p:nvSpPr>
        <p:spPr>
          <a:xfrm>
            <a:off x="0" y="-1"/>
            <a:ext cx="12192000" cy="994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AWS</a:t>
            </a:r>
            <a:r>
              <a:rPr kumimoji="1" lang="ja-JP" altLang="en-US" dirty="0">
                <a:solidFill>
                  <a:schemeClr val="tx1"/>
                </a:solidFill>
              </a:rPr>
              <a:t>管理用全体図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047985CA-0391-4620-9CF4-E2A08A7C9BE1}"/>
              </a:ext>
            </a:extLst>
          </p:cNvPr>
          <p:cNvSpPr/>
          <p:nvPr/>
        </p:nvSpPr>
        <p:spPr>
          <a:xfrm>
            <a:off x="0" y="994299"/>
            <a:ext cx="12192000" cy="58637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052AD0A0-3273-4B85-AE69-5DFF9006A51E}"/>
              </a:ext>
            </a:extLst>
          </p:cNvPr>
          <p:cNvSpPr/>
          <p:nvPr/>
        </p:nvSpPr>
        <p:spPr>
          <a:xfrm>
            <a:off x="755341" y="1396014"/>
            <a:ext cx="2583402" cy="8788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VPC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36F8BAFB-FD99-468D-9024-9D695288A98D}"/>
              </a:ext>
            </a:extLst>
          </p:cNvPr>
          <p:cNvSpPr/>
          <p:nvPr/>
        </p:nvSpPr>
        <p:spPr>
          <a:xfrm>
            <a:off x="2340928" y="3612155"/>
            <a:ext cx="2583402" cy="8788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サーバー</a:t>
            </a:r>
            <a:endParaRPr kumimoji="1" lang="en-US" altLang="ja-JP" dirty="0">
              <a:solidFill>
                <a:schemeClr val="tx1"/>
              </a:solidFill>
            </a:endParaRP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08CD925F-4FF8-4E7E-A09A-2150D08BBEDE}"/>
              </a:ext>
            </a:extLst>
          </p:cNvPr>
          <p:cNvSpPr/>
          <p:nvPr/>
        </p:nvSpPr>
        <p:spPr>
          <a:xfrm>
            <a:off x="1908513" y="2872618"/>
            <a:ext cx="3393488" cy="19030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05C63733-81B6-4A04-8FE5-02E22DD43EB2}"/>
              </a:ext>
            </a:extLst>
          </p:cNvPr>
          <p:cNvSpPr/>
          <p:nvPr/>
        </p:nvSpPr>
        <p:spPr>
          <a:xfrm>
            <a:off x="1483126" y="2546488"/>
            <a:ext cx="2583402" cy="8788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EC2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346EA186-5272-479F-855A-9029280496F9}"/>
              </a:ext>
            </a:extLst>
          </p:cNvPr>
          <p:cNvSpPr/>
          <p:nvPr/>
        </p:nvSpPr>
        <p:spPr>
          <a:xfrm>
            <a:off x="6378608" y="2865614"/>
            <a:ext cx="4500978" cy="32581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B7D8AA89-641C-4497-A406-BD61C449DC37}"/>
              </a:ext>
            </a:extLst>
          </p:cNvPr>
          <p:cNvSpPr/>
          <p:nvPr/>
        </p:nvSpPr>
        <p:spPr>
          <a:xfrm>
            <a:off x="6096000" y="2547190"/>
            <a:ext cx="2583402" cy="8788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RDS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59372F5B-4D51-4D3B-AF8E-DFD6057D8486}"/>
              </a:ext>
            </a:extLst>
          </p:cNvPr>
          <p:cNvSpPr/>
          <p:nvPr/>
        </p:nvSpPr>
        <p:spPr>
          <a:xfrm>
            <a:off x="6478109" y="3608420"/>
            <a:ext cx="1961225" cy="667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ユーザー管理</a:t>
            </a:r>
            <a:r>
              <a:rPr lang="en-US" altLang="ja-JP" dirty="0">
                <a:solidFill>
                  <a:schemeClr val="tx1"/>
                </a:solidFill>
              </a:rPr>
              <a:t>DB</a:t>
            </a:r>
            <a:endParaRPr kumimoji="1" lang="en-US" altLang="ja-JP" dirty="0">
              <a:solidFill>
                <a:schemeClr val="tx1"/>
              </a:solidFill>
            </a:endParaRP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F33E04D3-82D6-461E-8886-F70A6CE9FDB6}"/>
              </a:ext>
            </a:extLst>
          </p:cNvPr>
          <p:cNvSpPr/>
          <p:nvPr/>
        </p:nvSpPr>
        <p:spPr>
          <a:xfrm>
            <a:off x="6478109" y="4439595"/>
            <a:ext cx="1961225" cy="667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分野</a:t>
            </a:r>
            <a:r>
              <a:rPr lang="en-US" altLang="ja-JP" dirty="0">
                <a:solidFill>
                  <a:schemeClr val="tx1"/>
                </a:solidFill>
              </a:rPr>
              <a:t>DB</a:t>
            </a:r>
            <a:endParaRPr kumimoji="1" lang="en-US" altLang="ja-JP" dirty="0">
              <a:solidFill>
                <a:schemeClr val="tx1"/>
              </a:solidFill>
            </a:endParaRP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7EDA610F-192D-49E2-A118-436EF80E7AE2}"/>
              </a:ext>
            </a:extLst>
          </p:cNvPr>
          <p:cNvSpPr/>
          <p:nvPr/>
        </p:nvSpPr>
        <p:spPr>
          <a:xfrm>
            <a:off x="6478108" y="5269941"/>
            <a:ext cx="1961225" cy="667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チャット管理</a:t>
            </a:r>
            <a:r>
              <a:rPr lang="en-US" altLang="ja-JP" dirty="0">
                <a:solidFill>
                  <a:schemeClr val="tx1"/>
                </a:solidFill>
              </a:rPr>
              <a:t>DB</a:t>
            </a:r>
            <a:endParaRPr kumimoji="1" lang="en-US" altLang="ja-JP" dirty="0">
              <a:solidFill>
                <a:schemeClr val="tx1"/>
              </a:solidFill>
            </a:endParaRP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3EB14357-F88F-4395-8415-E5EA503981A7}"/>
              </a:ext>
            </a:extLst>
          </p:cNvPr>
          <p:cNvSpPr/>
          <p:nvPr/>
        </p:nvSpPr>
        <p:spPr>
          <a:xfrm>
            <a:off x="8679403" y="4109186"/>
            <a:ext cx="1961225" cy="667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掲示板用</a:t>
            </a:r>
            <a:r>
              <a:rPr lang="en-US" altLang="ja-JP" dirty="0">
                <a:solidFill>
                  <a:schemeClr val="tx1"/>
                </a:solidFill>
              </a:rPr>
              <a:t>DB</a:t>
            </a:r>
            <a:endParaRPr kumimoji="1" lang="en-US" altLang="ja-JP" dirty="0">
              <a:solidFill>
                <a:schemeClr val="tx1"/>
              </a:solidFill>
            </a:endParaRP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D4FFF838-3A91-4C6F-BEA4-187B76E34430}"/>
              </a:ext>
            </a:extLst>
          </p:cNvPr>
          <p:cNvSpPr/>
          <p:nvPr/>
        </p:nvSpPr>
        <p:spPr>
          <a:xfrm>
            <a:off x="8679402" y="4939532"/>
            <a:ext cx="1961225" cy="667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通話ログ</a:t>
            </a:r>
            <a:r>
              <a:rPr lang="en-US" altLang="ja-JP" dirty="0">
                <a:solidFill>
                  <a:schemeClr val="tx1"/>
                </a:solidFill>
              </a:rPr>
              <a:t>DB</a:t>
            </a:r>
            <a:endParaRPr kumimoji="1" lang="en-US" altLang="ja-JP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43062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>
        <p159:morph option="byChar"/>
      </p:transition>
    </mc:Choice>
    <mc:Fallback>
      <p:transition spd="slow" advClick="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0F772BD-6AEE-4BDB-ACB0-D6EBDC4B61A5}"/>
              </a:ext>
            </a:extLst>
          </p:cNvPr>
          <p:cNvSpPr/>
          <p:nvPr/>
        </p:nvSpPr>
        <p:spPr>
          <a:xfrm>
            <a:off x="1023151" y="1808824"/>
            <a:ext cx="10413507" cy="45298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9CAFB74-4ACC-4315-A469-89A9C5184976}"/>
              </a:ext>
            </a:extLst>
          </p:cNvPr>
          <p:cNvSpPr/>
          <p:nvPr/>
        </p:nvSpPr>
        <p:spPr>
          <a:xfrm>
            <a:off x="0" y="-1"/>
            <a:ext cx="12192000" cy="994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AWS</a:t>
            </a:r>
            <a:r>
              <a:rPr kumimoji="1" lang="ja-JP" altLang="en-US" dirty="0">
                <a:solidFill>
                  <a:schemeClr val="tx1"/>
                </a:solidFill>
              </a:rPr>
              <a:t>ユーザー用全体図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047985CA-0391-4620-9CF4-E2A08A7C9BE1}"/>
              </a:ext>
            </a:extLst>
          </p:cNvPr>
          <p:cNvSpPr/>
          <p:nvPr/>
        </p:nvSpPr>
        <p:spPr>
          <a:xfrm>
            <a:off x="0" y="994299"/>
            <a:ext cx="12192000" cy="58637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052AD0A0-3273-4B85-AE69-5DFF9006A51E}"/>
              </a:ext>
            </a:extLst>
          </p:cNvPr>
          <p:cNvSpPr/>
          <p:nvPr/>
        </p:nvSpPr>
        <p:spPr>
          <a:xfrm>
            <a:off x="755341" y="1396014"/>
            <a:ext cx="2583402" cy="8788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VPC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36F8BAFB-FD99-468D-9024-9D695288A98D}"/>
              </a:ext>
            </a:extLst>
          </p:cNvPr>
          <p:cNvSpPr/>
          <p:nvPr/>
        </p:nvSpPr>
        <p:spPr>
          <a:xfrm>
            <a:off x="2223487" y="3551077"/>
            <a:ext cx="8616148" cy="23126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アクセス用コンピュータ</a:t>
            </a:r>
            <a:endParaRPr kumimoji="1" lang="en-US" altLang="ja-JP" dirty="0">
              <a:solidFill>
                <a:schemeClr val="tx1"/>
              </a:solidFill>
            </a:endParaRP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08CD925F-4FF8-4E7E-A09A-2150D08BBEDE}"/>
              </a:ext>
            </a:extLst>
          </p:cNvPr>
          <p:cNvSpPr/>
          <p:nvPr/>
        </p:nvSpPr>
        <p:spPr>
          <a:xfrm>
            <a:off x="1791071" y="2811540"/>
            <a:ext cx="9377777" cy="32607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05C63733-81B6-4A04-8FE5-02E22DD43EB2}"/>
              </a:ext>
            </a:extLst>
          </p:cNvPr>
          <p:cNvSpPr/>
          <p:nvPr/>
        </p:nvSpPr>
        <p:spPr>
          <a:xfrm>
            <a:off x="1365685" y="2485410"/>
            <a:ext cx="2583402" cy="8788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EC2</a:t>
            </a:r>
          </a:p>
        </p:txBody>
      </p:sp>
    </p:spTree>
    <p:extLst>
      <p:ext uri="{BB962C8B-B14F-4D97-AF65-F5344CB8AC3E}">
        <p14:creationId xmlns:p14="http://schemas.microsoft.com/office/powerpoint/2010/main" val="18957137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>
        <p159:morph option="byChar"/>
      </p:transition>
    </mc:Choice>
    <mc:Fallback>
      <p:transition spd="slow" advClick="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9CAFB74-4ACC-4315-A469-89A9C5184976}"/>
              </a:ext>
            </a:extLst>
          </p:cNvPr>
          <p:cNvSpPr/>
          <p:nvPr/>
        </p:nvSpPr>
        <p:spPr>
          <a:xfrm>
            <a:off x="0" y="-1"/>
            <a:ext cx="12192000" cy="994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AWS</a:t>
            </a:r>
            <a:r>
              <a:rPr kumimoji="1" lang="ja-JP" altLang="en-US" dirty="0">
                <a:solidFill>
                  <a:schemeClr val="tx1"/>
                </a:solidFill>
              </a:rPr>
              <a:t>を使用する利点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047985CA-0391-4620-9CF4-E2A08A7C9BE1}"/>
              </a:ext>
            </a:extLst>
          </p:cNvPr>
          <p:cNvSpPr/>
          <p:nvPr/>
        </p:nvSpPr>
        <p:spPr>
          <a:xfrm>
            <a:off x="0" y="994299"/>
            <a:ext cx="12192000" cy="58637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5342884-E92F-48AE-860D-2CAF9873104E}"/>
              </a:ext>
            </a:extLst>
          </p:cNvPr>
          <p:cNvSpPr/>
          <p:nvPr/>
        </p:nvSpPr>
        <p:spPr>
          <a:xfrm>
            <a:off x="698377" y="1386026"/>
            <a:ext cx="10795246" cy="50802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>
                <a:solidFill>
                  <a:schemeClr val="tx1"/>
                </a:solidFill>
              </a:rPr>
              <a:t>ユーザー数が増えれば増えた分だけ拡張できる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>
                <a:solidFill>
                  <a:schemeClr val="tx1"/>
                </a:solidFill>
              </a:rPr>
              <a:t>人それぞれにデータベースを管理するため自由度が高いデータベースを選択可能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ja-JP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02675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>
        <p159:morph option="byChar"/>
      </p:transition>
    </mc:Choice>
    <mc:Fallback>
      <p:transition spd="slow" advClick="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9CAFB74-4ACC-4315-A469-89A9C5184976}"/>
              </a:ext>
            </a:extLst>
          </p:cNvPr>
          <p:cNvSpPr/>
          <p:nvPr/>
        </p:nvSpPr>
        <p:spPr>
          <a:xfrm>
            <a:off x="0" y="-1"/>
            <a:ext cx="12192000" cy="994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ログイン画面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047985CA-0391-4620-9CF4-E2A08A7C9BE1}"/>
              </a:ext>
            </a:extLst>
          </p:cNvPr>
          <p:cNvSpPr/>
          <p:nvPr/>
        </p:nvSpPr>
        <p:spPr>
          <a:xfrm>
            <a:off x="0" y="994299"/>
            <a:ext cx="12192000" cy="58637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5DC7C19-E2FC-4B94-BEFF-8E7A00FD45A5}"/>
              </a:ext>
            </a:extLst>
          </p:cNvPr>
          <p:cNvSpPr/>
          <p:nvPr/>
        </p:nvSpPr>
        <p:spPr>
          <a:xfrm>
            <a:off x="1111188" y="1733365"/>
            <a:ext cx="9969623" cy="43855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5E882C1-6F84-4A12-A385-975FBA1D3037}"/>
              </a:ext>
            </a:extLst>
          </p:cNvPr>
          <p:cNvSpPr/>
          <p:nvPr/>
        </p:nvSpPr>
        <p:spPr>
          <a:xfrm>
            <a:off x="3841072" y="2567866"/>
            <a:ext cx="4509856" cy="8611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ログイン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BB25C006-ECF3-4A62-BF4B-CCE481C6AEA5}"/>
              </a:ext>
            </a:extLst>
          </p:cNvPr>
          <p:cNvSpPr/>
          <p:nvPr/>
        </p:nvSpPr>
        <p:spPr>
          <a:xfrm>
            <a:off x="3841072" y="4245746"/>
            <a:ext cx="4509856" cy="86113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パス</a:t>
            </a:r>
          </a:p>
        </p:txBody>
      </p:sp>
    </p:spTree>
    <p:extLst>
      <p:ext uri="{BB962C8B-B14F-4D97-AF65-F5344CB8AC3E}">
        <p14:creationId xmlns:p14="http://schemas.microsoft.com/office/powerpoint/2010/main" val="16623635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>
        <p159:morph option="byChar"/>
      </p:transition>
    </mc:Choice>
    <mc:Fallback>
      <p:transition spd="slow" advClick="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9CAFB74-4ACC-4315-A469-89A9C5184976}"/>
              </a:ext>
            </a:extLst>
          </p:cNvPr>
          <p:cNvSpPr/>
          <p:nvPr/>
        </p:nvSpPr>
        <p:spPr>
          <a:xfrm>
            <a:off x="0" y="-1"/>
            <a:ext cx="12192000" cy="994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分野一覧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047985CA-0391-4620-9CF4-E2A08A7C9BE1}"/>
              </a:ext>
            </a:extLst>
          </p:cNvPr>
          <p:cNvSpPr/>
          <p:nvPr/>
        </p:nvSpPr>
        <p:spPr>
          <a:xfrm>
            <a:off x="0" y="994299"/>
            <a:ext cx="12192000" cy="58637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" name="楕円 1">
            <a:extLst>
              <a:ext uri="{FF2B5EF4-FFF2-40B4-BE49-F238E27FC236}">
                <a16:creationId xmlns:a16="http://schemas.microsoft.com/office/drawing/2014/main" id="{E9C0E435-5D60-4C5B-A2C6-619589B62BD7}"/>
              </a:ext>
            </a:extLst>
          </p:cNvPr>
          <p:cNvSpPr/>
          <p:nvPr/>
        </p:nvSpPr>
        <p:spPr>
          <a:xfrm>
            <a:off x="1127466" y="1642370"/>
            <a:ext cx="2814219" cy="281421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プログラミング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7473E961-15D6-4FBC-ACD6-B1BF492650C2}"/>
              </a:ext>
            </a:extLst>
          </p:cNvPr>
          <p:cNvSpPr/>
          <p:nvPr/>
        </p:nvSpPr>
        <p:spPr>
          <a:xfrm>
            <a:off x="4116279" y="1127466"/>
            <a:ext cx="3234432" cy="32344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ルービックキューブ</a:t>
            </a:r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EE78BA5D-4F50-4DDF-B039-8C16A10B7038}"/>
              </a:ext>
            </a:extLst>
          </p:cNvPr>
          <p:cNvSpPr/>
          <p:nvPr/>
        </p:nvSpPr>
        <p:spPr>
          <a:xfrm>
            <a:off x="7633316" y="1432263"/>
            <a:ext cx="1626094" cy="162609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将棋</a:t>
            </a:r>
          </a:p>
        </p:txBody>
      </p:sp>
      <p:sp>
        <p:nvSpPr>
          <p:cNvPr id="30" name="楕円 29">
            <a:extLst>
              <a:ext uri="{FF2B5EF4-FFF2-40B4-BE49-F238E27FC236}">
                <a16:creationId xmlns:a16="http://schemas.microsoft.com/office/drawing/2014/main" id="{AF0C751D-C2D3-47A3-B818-2AC1552ADAD2}"/>
              </a:ext>
            </a:extLst>
          </p:cNvPr>
          <p:cNvSpPr/>
          <p:nvPr/>
        </p:nvSpPr>
        <p:spPr>
          <a:xfrm>
            <a:off x="7124329" y="3340962"/>
            <a:ext cx="3234432" cy="32344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将棋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F964A5E-4E18-42B4-B349-ED572854047F}"/>
              </a:ext>
            </a:extLst>
          </p:cNvPr>
          <p:cNvSpPr/>
          <p:nvPr/>
        </p:nvSpPr>
        <p:spPr>
          <a:xfrm>
            <a:off x="887767" y="4847208"/>
            <a:ext cx="5442012" cy="14381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分野もすべてデータベースで管理し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r>
              <a:rPr lang="ja-JP" altLang="en-US" dirty="0">
                <a:solidFill>
                  <a:schemeClr val="tx1"/>
                </a:solidFill>
              </a:rPr>
              <a:t>まだ存在しないものは新規に追加されていく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33591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>
        <p159:morph option="byChar"/>
      </p:transition>
    </mc:Choice>
    <mc:Fallback>
      <p:transition spd="slow" advClick="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9CAFB74-4ACC-4315-A469-89A9C5184976}"/>
              </a:ext>
            </a:extLst>
          </p:cNvPr>
          <p:cNvSpPr/>
          <p:nvPr/>
        </p:nvSpPr>
        <p:spPr>
          <a:xfrm>
            <a:off x="0" y="-1"/>
            <a:ext cx="12192000" cy="994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ログイン後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047985CA-0391-4620-9CF4-E2A08A7C9BE1}"/>
              </a:ext>
            </a:extLst>
          </p:cNvPr>
          <p:cNvSpPr/>
          <p:nvPr/>
        </p:nvSpPr>
        <p:spPr>
          <a:xfrm>
            <a:off x="0" y="994299"/>
            <a:ext cx="12192000" cy="58637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grpSp>
        <p:nvGrpSpPr>
          <p:cNvPr id="52" name="グループ化 51">
            <a:extLst>
              <a:ext uri="{FF2B5EF4-FFF2-40B4-BE49-F238E27FC236}">
                <a16:creationId xmlns:a16="http://schemas.microsoft.com/office/drawing/2014/main" id="{BB5F3FE3-98F0-4DB5-A90E-70DD9409E5CE}"/>
              </a:ext>
            </a:extLst>
          </p:cNvPr>
          <p:cNvGrpSpPr/>
          <p:nvPr/>
        </p:nvGrpSpPr>
        <p:grpSpPr>
          <a:xfrm>
            <a:off x="1879852" y="3236650"/>
            <a:ext cx="8432296" cy="3065754"/>
            <a:chOff x="2163191" y="2393272"/>
            <a:chExt cx="8432296" cy="3065754"/>
          </a:xfrm>
        </p:grpSpPr>
        <p:sp>
          <p:nvSpPr>
            <p:cNvPr id="3" name="楕円 2">
              <a:extLst>
                <a:ext uri="{FF2B5EF4-FFF2-40B4-BE49-F238E27FC236}">
                  <a16:creationId xmlns:a16="http://schemas.microsoft.com/office/drawing/2014/main" id="{B46ADF45-0B47-4E83-9B73-C44A6AA3C700}"/>
                </a:ext>
              </a:extLst>
            </p:cNvPr>
            <p:cNvSpPr/>
            <p:nvPr/>
          </p:nvSpPr>
          <p:spPr>
            <a:xfrm>
              <a:off x="2225330" y="2393272"/>
              <a:ext cx="1242875" cy="12428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7" name="直線コネクタ 6">
              <a:extLst>
                <a:ext uri="{FF2B5EF4-FFF2-40B4-BE49-F238E27FC236}">
                  <a16:creationId xmlns:a16="http://schemas.microsoft.com/office/drawing/2014/main" id="{ED0E9BE8-23C2-437C-BE24-16B7880EAECE}"/>
                </a:ext>
              </a:extLst>
            </p:cNvPr>
            <p:cNvCxnSpPr>
              <a:cxnSpLocks/>
            </p:cNvCxnSpPr>
            <p:nvPr/>
          </p:nvCxnSpPr>
          <p:spPr>
            <a:xfrm>
              <a:off x="2333345" y="4198399"/>
              <a:ext cx="102093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コネクタ 14">
              <a:extLst>
                <a:ext uri="{FF2B5EF4-FFF2-40B4-BE49-F238E27FC236}">
                  <a16:creationId xmlns:a16="http://schemas.microsoft.com/office/drawing/2014/main" id="{3070DDBC-CA2E-4992-B9E1-FC7430800E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63191" y="4997388"/>
              <a:ext cx="680621" cy="4616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コネクタ 25">
              <a:extLst>
                <a:ext uri="{FF2B5EF4-FFF2-40B4-BE49-F238E27FC236}">
                  <a16:creationId xmlns:a16="http://schemas.microsoft.com/office/drawing/2014/main" id="{68FA8E09-D5FF-4E1A-81A8-688E65763EDD}"/>
                </a:ext>
              </a:extLst>
            </p:cNvPr>
            <p:cNvCxnSpPr>
              <a:cxnSpLocks/>
            </p:cNvCxnSpPr>
            <p:nvPr/>
          </p:nvCxnSpPr>
          <p:spPr>
            <a:xfrm>
              <a:off x="2843812" y="4997388"/>
              <a:ext cx="680621" cy="4616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コネクタ 33">
              <a:extLst>
                <a:ext uri="{FF2B5EF4-FFF2-40B4-BE49-F238E27FC236}">
                  <a16:creationId xmlns:a16="http://schemas.microsoft.com/office/drawing/2014/main" id="{87DF335B-E303-49DF-9192-958ABFFF41C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163190" y="4316767"/>
              <a:ext cx="136124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楕円 36">
              <a:extLst>
                <a:ext uri="{FF2B5EF4-FFF2-40B4-BE49-F238E27FC236}">
                  <a16:creationId xmlns:a16="http://schemas.microsoft.com/office/drawing/2014/main" id="{EAA507EF-29D6-4F4F-8957-AC1704CF1680}"/>
                </a:ext>
              </a:extLst>
            </p:cNvPr>
            <p:cNvSpPr/>
            <p:nvPr/>
          </p:nvSpPr>
          <p:spPr>
            <a:xfrm>
              <a:off x="4582348" y="2393272"/>
              <a:ext cx="1242875" cy="12428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38" name="直線コネクタ 37">
              <a:extLst>
                <a:ext uri="{FF2B5EF4-FFF2-40B4-BE49-F238E27FC236}">
                  <a16:creationId xmlns:a16="http://schemas.microsoft.com/office/drawing/2014/main" id="{D4F2C095-6C39-4803-8789-32DE3E172DB9}"/>
                </a:ext>
              </a:extLst>
            </p:cNvPr>
            <p:cNvCxnSpPr>
              <a:cxnSpLocks/>
            </p:cNvCxnSpPr>
            <p:nvPr/>
          </p:nvCxnSpPr>
          <p:spPr>
            <a:xfrm>
              <a:off x="4690363" y="4198399"/>
              <a:ext cx="102093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線コネクタ 38">
              <a:extLst>
                <a:ext uri="{FF2B5EF4-FFF2-40B4-BE49-F238E27FC236}">
                  <a16:creationId xmlns:a16="http://schemas.microsoft.com/office/drawing/2014/main" id="{6E1DA16A-4E4F-46D8-B0AF-C6500F16FF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20209" y="4997388"/>
              <a:ext cx="680621" cy="4616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コネクタ 39">
              <a:extLst>
                <a:ext uri="{FF2B5EF4-FFF2-40B4-BE49-F238E27FC236}">
                  <a16:creationId xmlns:a16="http://schemas.microsoft.com/office/drawing/2014/main" id="{5E1C3B6C-6606-4053-AAEF-8A390ED6A7B6}"/>
                </a:ext>
              </a:extLst>
            </p:cNvPr>
            <p:cNvCxnSpPr>
              <a:cxnSpLocks/>
            </p:cNvCxnSpPr>
            <p:nvPr/>
          </p:nvCxnSpPr>
          <p:spPr>
            <a:xfrm>
              <a:off x="5200830" y="4997388"/>
              <a:ext cx="680621" cy="4616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コネクタ 40">
              <a:extLst>
                <a:ext uri="{FF2B5EF4-FFF2-40B4-BE49-F238E27FC236}">
                  <a16:creationId xmlns:a16="http://schemas.microsoft.com/office/drawing/2014/main" id="{E7FC1482-4D4E-447A-B36F-384765BDC94D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520208" y="4316767"/>
              <a:ext cx="136124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楕円 41">
              <a:extLst>
                <a:ext uri="{FF2B5EF4-FFF2-40B4-BE49-F238E27FC236}">
                  <a16:creationId xmlns:a16="http://schemas.microsoft.com/office/drawing/2014/main" id="{3411E23B-80C0-4CC5-B1DF-1F03A9181AC2}"/>
                </a:ext>
              </a:extLst>
            </p:cNvPr>
            <p:cNvSpPr/>
            <p:nvPr/>
          </p:nvSpPr>
          <p:spPr>
            <a:xfrm>
              <a:off x="6939366" y="2393272"/>
              <a:ext cx="1242875" cy="12428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43" name="直線コネクタ 42">
              <a:extLst>
                <a:ext uri="{FF2B5EF4-FFF2-40B4-BE49-F238E27FC236}">
                  <a16:creationId xmlns:a16="http://schemas.microsoft.com/office/drawing/2014/main" id="{03D096B7-DC13-4F83-AAB8-B89BFB076C0D}"/>
                </a:ext>
              </a:extLst>
            </p:cNvPr>
            <p:cNvCxnSpPr>
              <a:cxnSpLocks/>
            </p:cNvCxnSpPr>
            <p:nvPr/>
          </p:nvCxnSpPr>
          <p:spPr>
            <a:xfrm>
              <a:off x="7047381" y="4198399"/>
              <a:ext cx="102093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線コネクタ 43">
              <a:extLst>
                <a:ext uri="{FF2B5EF4-FFF2-40B4-BE49-F238E27FC236}">
                  <a16:creationId xmlns:a16="http://schemas.microsoft.com/office/drawing/2014/main" id="{F01AEF7B-3362-46D9-ADA2-C17531E6CA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7227" y="4997388"/>
              <a:ext cx="680621" cy="4616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線コネクタ 44">
              <a:extLst>
                <a:ext uri="{FF2B5EF4-FFF2-40B4-BE49-F238E27FC236}">
                  <a16:creationId xmlns:a16="http://schemas.microsoft.com/office/drawing/2014/main" id="{AB051D79-1F50-4E7F-A6C5-67C892A7BB04}"/>
                </a:ext>
              </a:extLst>
            </p:cNvPr>
            <p:cNvCxnSpPr>
              <a:cxnSpLocks/>
            </p:cNvCxnSpPr>
            <p:nvPr/>
          </p:nvCxnSpPr>
          <p:spPr>
            <a:xfrm>
              <a:off x="7557848" y="4997388"/>
              <a:ext cx="680621" cy="4616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線コネクタ 45">
              <a:extLst>
                <a:ext uri="{FF2B5EF4-FFF2-40B4-BE49-F238E27FC236}">
                  <a16:creationId xmlns:a16="http://schemas.microsoft.com/office/drawing/2014/main" id="{F1A30614-6A85-440D-8B1D-35A738285E2D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877226" y="4316767"/>
              <a:ext cx="136124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楕円 46">
              <a:extLst>
                <a:ext uri="{FF2B5EF4-FFF2-40B4-BE49-F238E27FC236}">
                  <a16:creationId xmlns:a16="http://schemas.microsoft.com/office/drawing/2014/main" id="{CB7DE01D-A749-4102-8ABF-5B7E813B8DE5}"/>
                </a:ext>
              </a:extLst>
            </p:cNvPr>
            <p:cNvSpPr/>
            <p:nvPr/>
          </p:nvSpPr>
          <p:spPr>
            <a:xfrm>
              <a:off x="9296384" y="2393272"/>
              <a:ext cx="1242875" cy="12428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48" name="直線コネクタ 47">
              <a:extLst>
                <a:ext uri="{FF2B5EF4-FFF2-40B4-BE49-F238E27FC236}">
                  <a16:creationId xmlns:a16="http://schemas.microsoft.com/office/drawing/2014/main" id="{F671EB34-7121-443D-923A-52AED947EE2A}"/>
                </a:ext>
              </a:extLst>
            </p:cNvPr>
            <p:cNvCxnSpPr>
              <a:cxnSpLocks/>
            </p:cNvCxnSpPr>
            <p:nvPr/>
          </p:nvCxnSpPr>
          <p:spPr>
            <a:xfrm>
              <a:off x="9404399" y="4198399"/>
              <a:ext cx="102093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コネクタ 48">
              <a:extLst>
                <a:ext uri="{FF2B5EF4-FFF2-40B4-BE49-F238E27FC236}">
                  <a16:creationId xmlns:a16="http://schemas.microsoft.com/office/drawing/2014/main" id="{48EB6AFC-7BE9-4E36-AB0C-787845A1B8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34245" y="4997388"/>
              <a:ext cx="680621" cy="4616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線コネクタ 49">
              <a:extLst>
                <a:ext uri="{FF2B5EF4-FFF2-40B4-BE49-F238E27FC236}">
                  <a16:creationId xmlns:a16="http://schemas.microsoft.com/office/drawing/2014/main" id="{1D80F47F-3465-4339-9C2A-8B0A6B975D26}"/>
                </a:ext>
              </a:extLst>
            </p:cNvPr>
            <p:cNvCxnSpPr>
              <a:cxnSpLocks/>
            </p:cNvCxnSpPr>
            <p:nvPr/>
          </p:nvCxnSpPr>
          <p:spPr>
            <a:xfrm>
              <a:off x="9914866" y="4997388"/>
              <a:ext cx="680621" cy="4616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コネクタ 50">
              <a:extLst>
                <a:ext uri="{FF2B5EF4-FFF2-40B4-BE49-F238E27FC236}">
                  <a16:creationId xmlns:a16="http://schemas.microsoft.com/office/drawing/2014/main" id="{03F82FBB-6611-4FFC-8009-2F6EBB46527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234244" y="4316767"/>
              <a:ext cx="136124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E8B1D266-8170-4B77-9A9F-3E198167F9EA}"/>
              </a:ext>
            </a:extLst>
          </p:cNvPr>
          <p:cNvSpPr/>
          <p:nvPr/>
        </p:nvSpPr>
        <p:spPr>
          <a:xfrm>
            <a:off x="3241094" y="1269138"/>
            <a:ext cx="3115317" cy="168712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>
                <a:solidFill>
                  <a:schemeClr val="tx1"/>
                </a:solidFill>
              </a:rPr>
              <a:t>チャット機能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>
                <a:solidFill>
                  <a:schemeClr val="tx1"/>
                </a:solidFill>
              </a:rPr>
              <a:t>通話機能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>
                <a:solidFill>
                  <a:schemeClr val="tx1"/>
                </a:solidFill>
              </a:rPr>
              <a:t>会話（</a:t>
            </a:r>
            <a:r>
              <a:rPr kumimoji="1" lang="en-US" altLang="ja-JP" dirty="0">
                <a:solidFill>
                  <a:schemeClr val="tx1"/>
                </a:solidFill>
              </a:rPr>
              <a:t>VR,AR</a:t>
            </a:r>
            <a:r>
              <a:rPr kumimoji="1" lang="ja-JP" altLang="en-US" dirty="0">
                <a:solidFill>
                  <a:schemeClr val="tx1"/>
                </a:solidFill>
              </a:rPr>
              <a:t>）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>
                <a:solidFill>
                  <a:schemeClr val="tx1"/>
                </a:solidFill>
              </a:rPr>
              <a:t>気になる分野一覧</a:t>
            </a:r>
            <a:endParaRPr kumimoji="1" lang="en-US" altLang="ja-JP" dirty="0">
              <a:solidFill>
                <a:schemeClr val="tx1"/>
              </a:solidFill>
            </a:endParaRPr>
          </a:p>
        </p:txBody>
      </p:sp>
      <p:cxnSp>
        <p:nvCxnSpPr>
          <p:cNvPr id="55" name="直線コネクタ 54">
            <a:extLst>
              <a:ext uri="{FF2B5EF4-FFF2-40B4-BE49-F238E27FC236}">
                <a16:creationId xmlns:a16="http://schemas.microsoft.com/office/drawing/2014/main" id="{47B573B5-0DF1-46DB-A1DC-130EB1B0CE03}"/>
              </a:ext>
            </a:extLst>
          </p:cNvPr>
          <p:cNvCxnSpPr>
            <a:cxnSpLocks/>
            <a:stCxn id="53" idx="1"/>
            <a:endCxn id="3" idx="0"/>
          </p:cNvCxnSpPr>
          <p:nvPr/>
        </p:nvCxnSpPr>
        <p:spPr>
          <a:xfrm flipH="1">
            <a:off x="2563429" y="2112701"/>
            <a:ext cx="677665" cy="11239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03923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>
        <p159:morph option="byChar"/>
      </p:transition>
    </mc:Choice>
    <mc:Fallback>
      <p:transition spd="slow" advClick="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9CAFB74-4ACC-4315-A469-89A9C5184976}"/>
              </a:ext>
            </a:extLst>
          </p:cNvPr>
          <p:cNvSpPr/>
          <p:nvPr/>
        </p:nvSpPr>
        <p:spPr>
          <a:xfrm>
            <a:off x="0" y="-1"/>
            <a:ext cx="12192000" cy="994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まとめ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047985CA-0391-4620-9CF4-E2A08A7C9BE1}"/>
              </a:ext>
            </a:extLst>
          </p:cNvPr>
          <p:cNvSpPr/>
          <p:nvPr/>
        </p:nvSpPr>
        <p:spPr>
          <a:xfrm>
            <a:off x="0" y="994299"/>
            <a:ext cx="12192000" cy="58637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C7C2544-EB13-4FBD-A223-CE09DA7AE793}"/>
              </a:ext>
            </a:extLst>
          </p:cNvPr>
          <p:cNvSpPr/>
          <p:nvPr/>
        </p:nvSpPr>
        <p:spPr>
          <a:xfrm>
            <a:off x="201227" y="1361612"/>
            <a:ext cx="11789545" cy="512907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b="1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世界を作るシステム</a:t>
            </a:r>
            <a:endParaRPr lang="ja-JP" altLang="en-US" b="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br>
              <a:rPr lang="ja-JP" alt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</a:br>
            <a:r>
              <a:rPr lang="ja-JP" alt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全人類が関わり随時更新されていくもの。</a:t>
            </a:r>
          </a:p>
          <a:p>
            <a:r>
              <a:rPr lang="ja-JP" alt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更新するのは開発者だけでもユーザーだけでもなくあらゆるものが自由。</a:t>
            </a:r>
          </a:p>
          <a:p>
            <a:r>
              <a:rPr lang="ja-JP" alt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管理者は飽くまで名目上の存在。置物のようなもの。</a:t>
            </a:r>
            <a:br>
              <a:rPr lang="ja-JP" alt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</a:br>
            <a:r>
              <a:rPr lang="ja-JP" alt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システム上の管理者等もユーザーと随時入れ替わる可能性もある。</a:t>
            </a:r>
            <a:br>
              <a:rPr lang="ja-JP" alt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</a:br>
            <a:r>
              <a:rPr lang="ja-JP" alt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内容としては</a:t>
            </a:r>
          </a:p>
          <a:p>
            <a:r>
              <a:rPr lang="ja-JP" alt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一人ひとりの可能性を引き出すためのサービス。</a:t>
            </a:r>
          </a:p>
          <a:p>
            <a:r>
              <a:rPr lang="ja-JP" alt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どんなに有名であろうと能力があろうと、発信していないだけで存在する可能性があるため。</a:t>
            </a:r>
          </a:p>
          <a:p>
            <a:r>
              <a:rPr lang="ja-JP" alt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極限までユーザに託したシステム。</a:t>
            </a:r>
            <a:endParaRPr lang="en-US" altLang="ja-JP" b="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endParaRPr lang="en-US" altLang="ja-JP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ja-JP" alt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使用例</a:t>
            </a:r>
            <a:endParaRPr lang="en-US" altLang="ja-JP" b="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ja-JP" altLang="en-US" dirty="0">
                <a:solidFill>
                  <a:schemeClr val="tx1"/>
                </a:solidFill>
                <a:latin typeface="Consolas" panose="020B0609020204030204" pitchFamily="49" charset="0"/>
              </a:rPr>
              <a:t>アカウントを作成</a:t>
            </a:r>
            <a:endParaRPr lang="en-US" altLang="ja-JP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ja-JP" alt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ログイン</a:t>
            </a:r>
            <a:endParaRPr lang="en-US" altLang="ja-JP" b="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ja-JP" altLang="en-US" dirty="0">
                <a:solidFill>
                  <a:schemeClr val="tx1"/>
                </a:solidFill>
                <a:latin typeface="Consolas" panose="020B0609020204030204" pitchFamily="49" charset="0"/>
              </a:rPr>
              <a:t>世界を選択 </a:t>
            </a:r>
            <a:r>
              <a:rPr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or </a:t>
            </a:r>
            <a:r>
              <a:rPr lang="ja-JP" altLang="en-US" dirty="0">
                <a:solidFill>
                  <a:schemeClr val="tx1"/>
                </a:solidFill>
                <a:latin typeface="Consolas" panose="020B0609020204030204" pitchFamily="49" charset="0"/>
              </a:rPr>
              <a:t>世界を作る</a:t>
            </a:r>
            <a:endParaRPr lang="en-US" altLang="ja-JP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ja-JP" alt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世界の中で日常生活を送る</a:t>
            </a:r>
            <a:endParaRPr lang="en-US" altLang="ja-JP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ja-JP" alt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自分と似ている人と関わる</a:t>
            </a:r>
          </a:p>
        </p:txBody>
      </p:sp>
    </p:spTree>
    <p:extLst>
      <p:ext uri="{BB962C8B-B14F-4D97-AF65-F5344CB8AC3E}">
        <p14:creationId xmlns:p14="http://schemas.microsoft.com/office/powerpoint/2010/main" val="20101471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>
        <p159:morph option="byChar"/>
      </p:transition>
    </mc:Choice>
    <mc:Fallback>
      <p:transition spd="slow" advClick="0">
        <p:fade/>
      </p:transition>
    </mc:Fallback>
  </mc:AlternateContent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249</Words>
  <Application>Microsoft Office PowerPoint</Application>
  <PresentationFormat>ワイド画面</PresentationFormat>
  <Paragraphs>57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4" baseType="lpstr">
      <vt:lpstr>游ゴシック</vt:lpstr>
      <vt:lpstr>游ゴシック Light</vt:lpstr>
      <vt:lpstr>Arial</vt:lpstr>
      <vt:lpstr>Consolas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川岸　大樹</dc:creator>
  <cp:lastModifiedBy>川岸　大樹</cp:lastModifiedBy>
  <cp:revision>10</cp:revision>
  <dcterms:created xsi:type="dcterms:W3CDTF">2020-09-03T02:14:50Z</dcterms:created>
  <dcterms:modified xsi:type="dcterms:W3CDTF">2020-09-03T03:42:24Z</dcterms:modified>
</cp:coreProperties>
</file>